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7" r:id="rId5"/>
    <p:sldId id="258" r:id="rId6"/>
    <p:sldId id="276" r:id="rId7"/>
    <p:sldId id="279" r:id="rId8"/>
    <p:sldId id="277" r:id="rId9"/>
    <p:sldId id="278" r:id="rId10"/>
    <p:sldId id="267" r:id="rId11"/>
    <p:sldId id="280" r:id="rId12"/>
    <p:sldId id="271" r:id="rId13"/>
    <p:sldId id="274" r:id="rId14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408" autoAdjust="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76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ndre Gachet" userId="699b57a9-cf39-4118-976c-2a4cdd6e4f7d" providerId="ADAL" clId="{983992DD-5319-4431-AA05-A2CF4C6843E2}"/>
    <pc:docChg chg="undo redo custSel addSld delSld modSld sldOrd">
      <pc:chgData name="Leandre Gachet" userId="699b57a9-cf39-4118-976c-2a4cdd6e4f7d" providerId="ADAL" clId="{983992DD-5319-4431-AA05-A2CF4C6843E2}" dt="2025-09-08T13:08:40.577" v="1855" actId="20577"/>
      <pc:docMkLst>
        <pc:docMk/>
      </pc:docMkLst>
      <pc:sldChg chg="addSp delSp modSp mod">
        <pc:chgData name="Leandre Gachet" userId="699b57a9-cf39-4118-976c-2a4cdd6e4f7d" providerId="ADAL" clId="{983992DD-5319-4431-AA05-A2CF4C6843E2}" dt="2025-09-08T13:08:40.577" v="1855" actId="20577"/>
        <pc:sldMkLst>
          <pc:docMk/>
          <pc:sldMk cId="850593172" sldId="257"/>
        </pc:sldMkLst>
        <pc:spChg chg="add del mod">
          <ac:chgData name="Leandre Gachet" userId="699b57a9-cf39-4118-976c-2a4cdd6e4f7d" providerId="ADAL" clId="{983992DD-5319-4431-AA05-A2CF4C6843E2}" dt="2025-09-08T09:48:02.888" v="114" actId="478"/>
          <ac:spMkLst>
            <pc:docMk/>
            <pc:sldMk cId="850593172" sldId="257"/>
            <ac:spMk id="2" creationId="{895D9B25-FE22-42C1-9ECF-5935B2157AD5}"/>
          </ac:spMkLst>
        </pc:spChg>
        <pc:spChg chg="mod">
          <ac:chgData name="Leandre Gachet" userId="699b57a9-cf39-4118-976c-2a4cdd6e4f7d" providerId="ADAL" clId="{983992DD-5319-4431-AA05-A2CF4C6843E2}" dt="2025-09-08T09:48:52.656" v="119" actId="14100"/>
          <ac:spMkLst>
            <pc:docMk/>
            <pc:sldMk cId="850593172" sldId="257"/>
            <ac:spMk id="3" creationId="{B8D8E648-93B0-47FF-A306-492EFF7FC499}"/>
          </ac:spMkLst>
        </pc:spChg>
        <pc:spChg chg="mod">
          <ac:chgData name="Leandre Gachet" userId="699b57a9-cf39-4118-976c-2a4cdd6e4f7d" providerId="ADAL" clId="{983992DD-5319-4431-AA05-A2CF4C6843E2}" dt="2025-09-08T13:08:40.577" v="1855" actId="20577"/>
          <ac:spMkLst>
            <pc:docMk/>
            <pc:sldMk cId="850593172" sldId="257"/>
            <ac:spMk id="4" creationId="{64857D70-F12B-4E1B-99F8-92DAD4349846}"/>
          </ac:spMkLst>
        </pc:spChg>
        <pc:spChg chg="del mod">
          <ac:chgData name="Leandre Gachet" userId="699b57a9-cf39-4118-976c-2a4cdd6e4f7d" providerId="ADAL" clId="{983992DD-5319-4431-AA05-A2CF4C6843E2}" dt="2025-09-08T09:41:27.533" v="6" actId="478"/>
          <ac:spMkLst>
            <pc:docMk/>
            <pc:sldMk cId="850593172" sldId="257"/>
            <ac:spMk id="5" creationId="{C85C272F-FCB2-478D-9E03-EC734D1AB6C0}"/>
          </ac:spMkLst>
        </pc:spChg>
        <pc:spChg chg="del">
          <ac:chgData name="Leandre Gachet" userId="699b57a9-cf39-4118-976c-2a4cdd6e4f7d" providerId="ADAL" clId="{983992DD-5319-4431-AA05-A2CF4C6843E2}" dt="2025-09-08T09:41:21.347" v="4" actId="478"/>
          <ac:spMkLst>
            <pc:docMk/>
            <pc:sldMk cId="850593172" sldId="257"/>
            <ac:spMk id="15" creationId="{DA136CB0-4ED9-43FA-81D5-6D3225795A7D}"/>
          </ac:spMkLst>
        </pc:spChg>
        <pc:picChg chg="mod">
          <ac:chgData name="Leandre Gachet" userId="699b57a9-cf39-4118-976c-2a4cdd6e4f7d" providerId="ADAL" clId="{983992DD-5319-4431-AA05-A2CF4C6843E2}" dt="2025-09-08T09:45:15.007" v="61" actId="1076"/>
          <ac:picMkLst>
            <pc:docMk/>
            <pc:sldMk cId="850593172" sldId="257"/>
            <ac:picMk id="14" creationId="{8F02F647-7DBC-4618-AFF3-8CED69C5CDEF}"/>
          </ac:picMkLst>
        </pc:picChg>
      </pc:sldChg>
      <pc:sldChg chg="modSp mod">
        <pc:chgData name="Leandre Gachet" userId="699b57a9-cf39-4118-976c-2a4cdd6e4f7d" providerId="ADAL" clId="{983992DD-5319-4431-AA05-A2CF4C6843E2}" dt="2025-09-08T09:50:44.584" v="136"/>
        <pc:sldMkLst>
          <pc:docMk/>
          <pc:sldMk cId="3043203464" sldId="258"/>
        </pc:sldMkLst>
        <pc:spChg chg="mod">
          <ac:chgData name="Leandre Gachet" userId="699b57a9-cf39-4118-976c-2a4cdd6e4f7d" providerId="ADAL" clId="{983992DD-5319-4431-AA05-A2CF4C6843E2}" dt="2025-09-08T09:50:01.524" v="135" actId="20577"/>
          <ac:spMkLst>
            <pc:docMk/>
            <pc:sldMk cId="3043203464" sldId="258"/>
            <ac:spMk id="3" creationId="{E9BE4A06-2673-41EF-AF84-96B0EDEC0F01}"/>
          </ac:spMkLst>
        </pc:spChg>
        <pc:spChg chg="mod">
          <ac:chgData name="Leandre Gachet" userId="699b57a9-cf39-4118-976c-2a4cdd6e4f7d" providerId="ADAL" clId="{983992DD-5319-4431-AA05-A2CF4C6843E2}" dt="2025-09-08T09:50:44.584" v="136"/>
          <ac:spMkLst>
            <pc:docMk/>
            <pc:sldMk cId="3043203464" sldId="258"/>
            <ac:spMk id="4" creationId="{9AF7E39F-041F-4A45-A1CF-F8C269887D5A}"/>
          </ac:spMkLst>
        </pc:spChg>
      </pc:sldChg>
      <pc:sldChg chg="del">
        <pc:chgData name="Leandre Gachet" userId="699b57a9-cf39-4118-976c-2a4cdd6e4f7d" providerId="ADAL" clId="{983992DD-5319-4431-AA05-A2CF4C6843E2}" dt="2025-09-08T11:37:15.375" v="672" actId="47"/>
        <pc:sldMkLst>
          <pc:docMk/>
          <pc:sldMk cId="3697691616" sldId="260"/>
        </pc:sldMkLst>
      </pc:sldChg>
      <pc:sldChg chg="del">
        <pc:chgData name="Leandre Gachet" userId="699b57a9-cf39-4118-976c-2a4cdd6e4f7d" providerId="ADAL" clId="{983992DD-5319-4431-AA05-A2CF4C6843E2}" dt="2025-09-08T11:37:16.627" v="673" actId="47"/>
        <pc:sldMkLst>
          <pc:docMk/>
          <pc:sldMk cId="3340796283" sldId="261"/>
        </pc:sldMkLst>
      </pc:sldChg>
      <pc:sldChg chg="del">
        <pc:chgData name="Leandre Gachet" userId="699b57a9-cf39-4118-976c-2a4cdd6e4f7d" providerId="ADAL" clId="{983992DD-5319-4431-AA05-A2CF4C6843E2}" dt="2025-09-08T11:37:17.685" v="674" actId="47"/>
        <pc:sldMkLst>
          <pc:docMk/>
          <pc:sldMk cId="1755836296" sldId="262"/>
        </pc:sldMkLst>
      </pc:sldChg>
      <pc:sldChg chg="addSp delSp modSp del mod ord">
        <pc:chgData name="Leandre Gachet" userId="699b57a9-cf39-4118-976c-2a4cdd6e4f7d" providerId="ADAL" clId="{983992DD-5319-4431-AA05-A2CF4C6843E2}" dt="2025-09-08T11:37:23.129" v="680" actId="47"/>
        <pc:sldMkLst>
          <pc:docMk/>
          <pc:sldMk cId="1299719508" sldId="263"/>
        </pc:sldMkLst>
        <pc:spChg chg="add del mod">
          <ac:chgData name="Leandre Gachet" userId="699b57a9-cf39-4118-976c-2a4cdd6e4f7d" providerId="ADAL" clId="{983992DD-5319-4431-AA05-A2CF4C6843E2}" dt="2025-09-08T09:57:17.382" v="210" actId="478"/>
          <ac:spMkLst>
            <pc:docMk/>
            <pc:sldMk cId="1299719508" sldId="263"/>
            <ac:spMk id="7" creationId="{05F353FF-7F10-490B-9593-701457DE2288}"/>
          </ac:spMkLst>
        </pc:spChg>
        <pc:spChg chg="add del mod">
          <ac:chgData name="Leandre Gachet" userId="699b57a9-cf39-4118-976c-2a4cdd6e4f7d" providerId="ADAL" clId="{983992DD-5319-4431-AA05-A2CF4C6843E2}" dt="2025-09-08T09:57:19.707" v="212" actId="478"/>
          <ac:spMkLst>
            <pc:docMk/>
            <pc:sldMk cId="1299719508" sldId="263"/>
            <ac:spMk id="9" creationId="{6B7E6DB5-9442-48BA-9BE5-73D5E48D8B84}"/>
          </ac:spMkLst>
        </pc:spChg>
        <pc:spChg chg="add del mod">
          <ac:chgData name="Leandre Gachet" userId="699b57a9-cf39-4118-976c-2a4cdd6e4f7d" providerId="ADAL" clId="{983992DD-5319-4431-AA05-A2CF4C6843E2}" dt="2025-09-08T09:57:26.138" v="215" actId="478"/>
          <ac:spMkLst>
            <pc:docMk/>
            <pc:sldMk cId="1299719508" sldId="263"/>
            <ac:spMk id="11" creationId="{C240B388-8E50-4FDC-B57C-250A9A490972}"/>
          </ac:spMkLst>
        </pc:spChg>
        <pc:spChg chg="mod">
          <ac:chgData name="Leandre Gachet" userId="699b57a9-cf39-4118-976c-2a4cdd6e4f7d" providerId="ADAL" clId="{983992DD-5319-4431-AA05-A2CF4C6843E2}" dt="2025-09-08T09:56:44.953" v="207" actId="20577"/>
          <ac:spMkLst>
            <pc:docMk/>
            <pc:sldMk cId="1299719508" sldId="263"/>
            <ac:spMk id="15" creationId="{11123242-1802-4890-85C8-48524FEB9010}"/>
          </ac:spMkLst>
        </pc:spChg>
        <pc:spChg chg="mod">
          <ac:chgData name="Leandre Gachet" userId="699b57a9-cf39-4118-976c-2a4cdd6e4f7d" providerId="ADAL" clId="{983992DD-5319-4431-AA05-A2CF4C6843E2}" dt="2025-09-08T09:58:02.915" v="302" actId="14100"/>
          <ac:spMkLst>
            <pc:docMk/>
            <pc:sldMk cId="1299719508" sldId="263"/>
            <ac:spMk id="17" creationId="{7ED86B65-490B-4A46-9A35-518F306514E2}"/>
          </ac:spMkLst>
        </pc:spChg>
        <pc:spChg chg="mod">
          <ac:chgData name="Leandre Gachet" userId="699b57a9-cf39-4118-976c-2a4cdd6e4f7d" providerId="ADAL" clId="{983992DD-5319-4431-AA05-A2CF4C6843E2}" dt="2025-09-08T09:57:57.271" v="301" actId="20577"/>
          <ac:spMkLst>
            <pc:docMk/>
            <pc:sldMk cId="1299719508" sldId="263"/>
            <ac:spMk id="18" creationId="{60CBFD8E-64DF-4423-A5AD-A66942481960}"/>
          </ac:spMkLst>
        </pc:spChg>
        <pc:spChg chg="mod">
          <ac:chgData name="Leandre Gachet" userId="699b57a9-cf39-4118-976c-2a4cdd6e4f7d" providerId="ADAL" clId="{983992DD-5319-4431-AA05-A2CF4C6843E2}" dt="2025-09-08T09:57:41.924" v="293" actId="1076"/>
          <ac:spMkLst>
            <pc:docMk/>
            <pc:sldMk cId="1299719508" sldId="263"/>
            <ac:spMk id="20" creationId="{DD2E6CBE-74EE-4EC6-97D7-36D6F95ED203}"/>
          </ac:spMkLst>
        </pc:spChg>
        <pc:spChg chg="mod">
          <ac:chgData name="Leandre Gachet" userId="699b57a9-cf39-4118-976c-2a4cdd6e4f7d" providerId="ADAL" clId="{983992DD-5319-4431-AA05-A2CF4C6843E2}" dt="2025-09-08T09:57:45.539" v="294" actId="1076"/>
          <ac:spMkLst>
            <pc:docMk/>
            <pc:sldMk cId="1299719508" sldId="263"/>
            <ac:spMk id="22" creationId="{D0937D34-C77C-4A01-8453-A119A44FEA1D}"/>
          </ac:spMkLst>
        </pc:spChg>
        <pc:grpChg chg="del">
          <ac:chgData name="Leandre Gachet" userId="699b57a9-cf39-4118-976c-2a4cdd6e4f7d" providerId="ADAL" clId="{983992DD-5319-4431-AA05-A2CF4C6843E2}" dt="2025-09-08T09:57:14.023" v="208" actId="478"/>
          <ac:grpSpMkLst>
            <pc:docMk/>
            <pc:sldMk cId="1299719508" sldId="263"/>
            <ac:grpSpMk id="2" creationId="{3C6003A3-849D-4BA1-BF85-B6F50F872808}"/>
          </ac:grpSpMkLst>
        </pc:grpChg>
        <pc:grpChg chg="del">
          <ac:chgData name="Leandre Gachet" userId="699b57a9-cf39-4118-976c-2a4cdd6e4f7d" providerId="ADAL" clId="{983992DD-5319-4431-AA05-A2CF4C6843E2}" dt="2025-09-08T09:57:22.854" v="213" actId="478"/>
          <ac:grpSpMkLst>
            <pc:docMk/>
            <pc:sldMk cId="1299719508" sldId="263"/>
            <ac:grpSpMk id="3" creationId="{EC26C130-0A78-4033-83C0-068066B19375}"/>
          </ac:grpSpMkLst>
        </pc:grpChg>
        <pc:grpChg chg="del">
          <ac:chgData name="Leandre Gachet" userId="699b57a9-cf39-4118-976c-2a4cdd6e4f7d" providerId="ADAL" clId="{983992DD-5319-4431-AA05-A2CF4C6843E2}" dt="2025-09-08T09:57:28.862" v="216" actId="478"/>
          <ac:grpSpMkLst>
            <pc:docMk/>
            <pc:sldMk cId="1299719508" sldId="263"/>
            <ac:grpSpMk id="5" creationId="{25EE06CE-237F-44E6-BF7E-72B27BB6A6DB}"/>
          </ac:grpSpMkLst>
        </pc:grpChg>
        <pc:picChg chg="del">
          <ac:chgData name="Leandre Gachet" userId="699b57a9-cf39-4118-976c-2a4cdd6e4f7d" providerId="ADAL" clId="{983992DD-5319-4431-AA05-A2CF4C6843E2}" dt="2025-09-08T09:57:15.578" v="209" actId="478"/>
          <ac:picMkLst>
            <pc:docMk/>
            <pc:sldMk cId="1299719508" sldId="263"/>
            <ac:picMk id="43" creationId="{0FBA55E0-FE96-4C72-9699-C2E4A4D64309}"/>
          </ac:picMkLst>
        </pc:picChg>
        <pc:picChg chg="del">
          <ac:chgData name="Leandre Gachet" userId="699b57a9-cf39-4118-976c-2a4cdd6e4f7d" providerId="ADAL" clId="{983992DD-5319-4431-AA05-A2CF4C6843E2}" dt="2025-09-08T09:57:18.820" v="211" actId="478"/>
          <ac:picMkLst>
            <pc:docMk/>
            <pc:sldMk cId="1299719508" sldId="263"/>
            <ac:picMk id="45" creationId="{59BC955A-4F46-42BB-AE8B-64B294B4094A}"/>
          </ac:picMkLst>
        </pc:picChg>
        <pc:picChg chg="del">
          <ac:chgData name="Leandre Gachet" userId="699b57a9-cf39-4118-976c-2a4cdd6e4f7d" providerId="ADAL" clId="{983992DD-5319-4431-AA05-A2CF4C6843E2}" dt="2025-09-08T09:57:24.429" v="214" actId="478"/>
          <ac:picMkLst>
            <pc:docMk/>
            <pc:sldMk cId="1299719508" sldId="263"/>
            <ac:picMk id="47" creationId="{CF3CF4DD-4D31-4118-BEC8-48E0CFB07422}"/>
          </ac:picMkLst>
        </pc:picChg>
      </pc:sldChg>
      <pc:sldChg chg="del">
        <pc:chgData name="Leandre Gachet" userId="699b57a9-cf39-4118-976c-2a4cdd6e4f7d" providerId="ADAL" clId="{983992DD-5319-4431-AA05-A2CF4C6843E2}" dt="2025-09-08T11:37:18.754" v="675" actId="47"/>
        <pc:sldMkLst>
          <pc:docMk/>
          <pc:sldMk cId="2086701177" sldId="264"/>
        </pc:sldMkLst>
      </pc:sldChg>
      <pc:sldChg chg="del">
        <pc:chgData name="Leandre Gachet" userId="699b57a9-cf39-4118-976c-2a4cdd6e4f7d" providerId="ADAL" clId="{983992DD-5319-4431-AA05-A2CF4C6843E2}" dt="2025-09-08T11:37:19.705" v="676" actId="47"/>
        <pc:sldMkLst>
          <pc:docMk/>
          <pc:sldMk cId="3297823726" sldId="265"/>
        </pc:sldMkLst>
      </pc:sldChg>
      <pc:sldChg chg="del">
        <pc:chgData name="Leandre Gachet" userId="699b57a9-cf39-4118-976c-2a4cdd6e4f7d" providerId="ADAL" clId="{983992DD-5319-4431-AA05-A2CF4C6843E2}" dt="2025-09-08T11:37:20.392" v="677" actId="47"/>
        <pc:sldMkLst>
          <pc:docMk/>
          <pc:sldMk cId="2903599816" sldId="266"/>
        </pc:sldMkLst>
      </pc:sldChg>
      <pc:sldChg chg="addSp delSp modSp mod ord">
        <pc:chgData name="Leandre Gachet" userId="699b57a9-cf39-4118-976c-2a4cdd6e4f7d" providerId="ADAL" clId="{983992DD-5319-4431-AA05-A2CF4C6843E2}" dt="2025-09-08T11:45:58.577" v="746" actId="1076"/>
        <pc:sldMkLst>
          <pc:docMk/>
          <pc:sldMk cId="786406106" sldId="267"/>
        </pc:sldMkLst>
        <pc:spChg chg="del">
          <ac:chgData name="Leandre Gachet" userId="699b57a9-cf39-4118-976c-2a4cdd6e4f7d" providerId="ADAL" clId="{983992DD-5319-4431-AA05-A2CF4C6843E2}" dt="2025-09-08T10:20:32.525" v="644" actId="478"/>
          <ac:spMkLst>
            <pc:docMk/>
            <pc:sldMk cId="786406106" sldId="267"/>
            <ac:spMk id="3" creationId="{1D7C3B75-767E-4A8C-803F-FA7025A67F7C}"/>
          </ac:spMkLst>
        </pc:spChg>
        <pc:spChg chg="del">
          <ac:chgData name="Leandre Gachet" userId="699b57a9-cf39-4118-976c-2a4cdd6e4f7d" providerId="ADAL" clId="{983992DD-5319-4431-AA05-A2CF4C6843E2}" dt="2025-09-08T10:20:26.804" v="642" actId="478"/>
          <ac:spMkLst>
            <pc:docMk/>
            <pc:sldMk cId="786406106" sldId="267"/>
            <ac:spMk id="4" creationId="{019EEC6C-3C57-4B01-80D3-53DFDB5F7853}"/>
          </ac:spMkLst>
        </pc:spChg>
        <pc:spChg chg="add del mod">
          <ac:chgData name="Leandre Gachet" userId="699b57a9-cf39-4118-976c-2a4cdd6e4f7d" providerId="ADAL" clId="{983992DD-5319-4431-AA05-A2CF4C6843E2}" dt="2025-09-08T10:20:21.910" v="639" actId="478"/>
          <ac:spMkLst>
            <pc:docMk/>
            <pc:sldMk cId="786406106" sldId="267"/>
            <ac:spMk id="10" creationId="{002203D6-46A1-45CB-9FE1-40A2F5C55CD3}"/>
          </ac:spMkLst>
        </pc:spChg>
        <pc:spChg chg="add del mod">
          <ac:chgData name="Leandre Gachet" userId="699b57a9-cf39-4118-976c-2a4cdd6e4f7d" providerId="ADAL" clId="{983992DD-5319-4431-AA05-A2CF4C6843E2}" dt="2025-09-08T10:20:30.241" v="643" actId="478"/>
          <ac:spMkLst>
            <pc:docMk/>
            <pc:sldMk cId="786406106" sldId="267"/>
            <ac:spMk id="16" creationId="{97D17B88-3E28-4526-A945-965DA5678EDB}"/>
          </ac:spMkLst>
        </pc:spChg>
        <pc:spChg chg="add del mod">
          <ac:chgData name="Leandre Gachet" userId="699b57a9-cf39-4118-976c-2a4cdd6e4f7d" providerId="ADAL" clId="{983992DD-5319-4431-AA05-A2CF4C6843E2}" dt="2025-09-08T10:20:33.703" v="645" actId="478"/>
          <ac:spMkLst>
            <pc:docMk/>
            <pc:sldMk cId="786406106" sldId="267"/>
            <ac:spMk id="18" creationId="{606F5F5A-C005-4C66-B9D2-755B93FD4A64}"/>
          </ac:spMkLst>
        </pc:spChg>
        <pc:spChg chg="add del mod">
          <ac:chgData name="Leandre Gachet" userId="699b57a9-cf39-4118-976c-2a4cdd6e4f7d" providerId="ADAL" clId="{983992DD-5319-4431-AA05-A2CF4C6843E2}" dt="2025-09-08T11:45:31.980" v="726" actId="478"/>
          <ac:spMkLst>
            <pc:docMk/>
            <pc:sldMk cId="786406106" sldId="267"/>
            <ac:spMk id="20" creationId="{7C16A49F-20D2-4DD6-AFFB-FFB32BF770C3}"/>
          </ac:spMkLst>
        </pc:spChg>
        <pc:spChg chg="del mod">
          <ac:chgData name="Leandre Gachet" userId="699b57a9-cf39-4118-976c-2a4cdd6e4f7d" providerId="ADAL" clId="{983992DD-5319-4431-AA05-A2CF4C6843E2}" dt="2025-09-08T11:45:30.579" v="725" actId="478"/>
          <ac:spMkLst>
            <pc:docMk/>
            <pc:sldMk cId="786406106" sldId="267"/>
            <ac:spMk id="21" creationId="{BC5F3A4A-2857-4A67-818B-E62AB2121E48}"/>
          </ac:spMkLst>
        </pc:spChg>
        <pc:spChg chg="del mod">
          <ac:chgData name="Leandre Gachet" userId="699b57a9-cf39-4118-976c-2a4cdd6e4f7d" providerId="ADAL" clId="{983992DD-5319-4431-AA05-A2CF4C6843E2}" dt="2025-09-08T11:45:33.425" v="727" actId="478"/>
          <ac:spMkLst>
            <pc:docMk/>
            <pc:sldMk cId="786406106" sldId="267"/>
            <ac:spMk id="22" creationId="{FEEE4553-844E-49F9-8166-2F2E938E3677}"/>
          </ac:spMkLst>
        </pc:spChg>
        <pc:spChg chg="del">
          <ac:chgData name="Leandre Gachet" userId="699b57a9-cf39-4118-976c-2a4cdd6e4f7d" providerId="ADAL" clId="{983992DD-5319-4431-AA05-A2CF4C6843E2}" dt="2025-09-08T10:20:23.897" v="640" actId="478"/>
          <ac:spMkLst>
            <pc:docMk/>
            <pc:sldMk cId="786406106" sldId="267"/>
            <ac:spMk id="53" creationId="{AA951CEE-7CE6-4A91-B2A1-B443273C6F3E}"/>
          </ac:spMkLst>
        </pc:spChg>
        <pc:spChg chg="del">
          <ac:chgData name="Leandre Gachet" userId="699b57a9-cf39-4118-976c-2a4cdd6e4f7d" providerId="ADAL" clId="{983992DD-5319-4431-AA05-A2CF4C6843E2}" dt="2025-09-08T10:20:25.308" v="641" actId="478"/>
          <ac:spMkLst>
            <pc:docMk/>
            <pc:sldMk cId="786406106" sldId="267"/>
            <ac:spMk id="55" creationId="{5C84B00A-2062-4E70-8AD4-A114464A66DC}"/>
          </ac:spMkLst>
        </pc:spChg>
        <pc:picChg chg="del">
          <ac:chgData name="Leandre Gachet" userId="699b57a9-cf39-4118-976c-2a4cdd6e4f7d" providerId="ADAL" clId="{983992DD-5319-4431-AA05-A2CF4C6843E2}" dt="2025-09-08T10:20:20.501" v="638" actId="478"/>
          <ac:picMkLst>
            <pc:docMk/>
            <pc:sldMk cId="786406106" sldId="267"/>
            <ac:picMk id="24" creationId="{91E4C46E-2FA2-4AD2-A502-41A01ADDB2A8}"/>
          </ac:picMkLst>
        </pc:picChg>
        <pc:picChg chg="add mod">
          <ac:chgData name="Leandre Gachet" userId="699b57a9-cf39-4118-976c-2a4cdd6e4f7d" providerId="ADAL" clId="{983992DD-5319-4431-AA05-A2CF4C6843E2}" dt="2025-09-08T11:45:58.577" v="746" actId="1076"/>
          <ac:picMkLst>
            <pc:docMk/>
            <pc:sldMk cId="786406106" sldId="267"/>
            <ac:picMk id="1026" creationId="{7950418D-C03C-4824-94E8-498C06B2CF03}"/>
          </ac:picMkLst>
        </pc:picChg>
      </pc:sldChg>
      <pc:sldChg chg="addSp delSp modSp mod ord">
        <pc:chgData name="Leandre Gachet" userId="699b57a9-cf39-4118-976c-2a4cdd6e4f7d" providerId="ADAL" clId="{983992DD-5319-4431-AA05-A2CF4C6843E2}" dt="2025-09-08T12:20:12.401" v="1800" actId="1076"/>
        <pc:sldMkLst>
          <pc:docMk/>
          <pc:sldMk cId="1110891383" sldId="271"/>
        </pc:sldMkLst>
        <pc:spChg chg="mod">
          <ac:chgData name="Leandre Gachet" userId="699b57a9-cf39-4118-976c-2a4cdd6e4f7d" providerId="ADAL" clId="{983992DD-5319-4431-AA05-A2CF4C6843E2}" dt="2025-09-08T12:15:17.224" v="1648" actId="20577"/>
          <ac:spMkLst>
            <pc:docMk/>
            <pc:sldMk cId="1110891383" sldId="271"/>
            <ac:spMk id="3" creationId="{589FBC09-5A84-45A9-B63B-5DEAA4BE7605}"/>
          </ac:spMkLst>
        </pc:spChg>
        <pc:spChg chg="del mod">
          <ac:chgData name="Leandre Gachet" userId="699b57a9-cf39-4118-976c-2a4cdd6e4f7d" providerId="ADAL" clId="{983992DD-5319-4431-AA05-A2CF4C6843E2}" dt="2025-09-08T12:20:00.555" v="1798" actId="478"/>
          <ac:spMkLst>
            <pc:docMk/>
            <pc:sldMk cId="1110891383" sldId="271"/>
            <ac:spMk id="4" creationId="{199A93DB-B3B6-47AF-84B6-0AE60CEEF594}"/>
          </ac:spMkLst>
        </pc:spChg>
        <pc:spChg chg="add del mod">
          <ac:chgData name="Leandre Gachet" userId="699b57a9-cf39-4118-976c-2a4cdd6e4f7d" providerId="ADAL" clId="{983992DD-5319-4431-AA05-A2CF4C6843E2}" dt="2025-09-08T09:58:30.937" v="323" actId="478"/>
          <ac:spMkLst>
            <pc:docMk/>
            <pc:sldMk cId="1110891383" sldId="271"/>
            <ac:spMk id="6" creationId="{C2BBAA0A-632D-445E-B230-9161EE9C28B3}"/>
          </ac:spMkLst>
        </pc:spChg>
        <pc:spChg chg="add del mod">
          <ac:chgData name="Leandre Gachet" userId="699b57a9-cf39-4118-976c-2a4cdd6e4f7d" providerId="ADAL" clId="{983992DD-5319-4431-AA05-A2CF4C6843E2}" dt="2025-09-08T09:58:37.342" v="325" actId="478"/>
          <ac:spMkLst>
            <pc:docMk/>
            <pc:sldMk cId="1110891383" sldId="271"/>
            <ac:spMk id="8" creationId="{3B2AF4BD-6E4C-49C5-AE59-6086ED826F1B}"/>
          </ac:spMkLst>
        </pc:spChg>
        <pc:spChg chg="del mod">
          <ac:chgData name="Leandre Gachet" userId="699b57a9-cf39-4118-976c-2a4cdd6e4f7d" providerId="ADAL" clId="{983992DD-5319-4431-AA05-A2CF4C6843E2}" dt="2025-09-08T11:56:11.150" v="952" actId="478"/>
          <ac:spMkLst>
            <pc:docMk/>
            <pc:sldMk cId="1110891383" sldId="271"/>
            <ac:spMk id="9" creationId="{741D6D94-B2BB-401E-AACC-F5CA79C890E0}"/>
          </ac:spMkLst>
        </pc:spChg>
        <pc:spChg chg="del">
          <ac:chgData name="Leandre Gachet" userId="699b57a9-cf39-4118-976c-2a4cdd6e4f7d" providerId="ADAL" clId="{983992DD-5319-4431-AA05-A2CF4C6843E2}" dt="2025-09-08T11:56:14.787" v="954" actId="478"/>
          <ac:spMkLst>
            <pc:docMk/>
            <pc:sldMk cId="1110891383" sldId="271"/>
            <ac:spMk id="10" creationId="{446FF8FD-032B-4D36-A8A8-4808293CC3D6}"/>
          </ac:spMkLst>
        </pc:spChg>
        <pc:spChg chg="mod">
          <ac:chgData name="Leandre Gachet" userId="699b57a9-cf39-4118-976c-2a4cdd6e4f7d" providerId="ADAL" clId="{983992DD-5319-4431-AA05-A2CF4C6843E2}" dt="2025-09-08T12:15:20.412" v="1649" actId="14100"/>
          <ac:spMkLst>
            <pc:docMk/>
            <pc:sldMk cId="1110891383" sldId="271"/>
            <ac:spMk id="11" creationId="{0EF37AB9-30F5-41E6-9478-F4DEF99FA9B7}"/>
          </ac:spMkLst>
        </pc:spChg>
        <pc:spChg chg="add del mod">
          <ac:chgData name="Leandre Gachet" userId="699b57a9-cf39-4118-976c-2a4cdd6e4f7d" providerId="ADAL" clId="{983992DD-5319-4431-AA05-A2CF4C6843E2}" dt="2025-09-08T09:58:40.072" v="327" actId="478"/>
          <ac:spMkLst>
            <pc:docMk/>
            <pc:sldMk cId="1110891383" sldId="271"/>
            <ac:spMk id="13" creationId="{C06A5CF0-5D79-4A17-B0FD-8C05A79F7A5E}"/>
          </ac:spMkLst>
        </pc:spChg>
        <pc:spChg chg="add del mod">
          <ac:chgData name="Leandre Gachet" userId="699b57a9-cf39-4118-976c-2a4cdd6e4f7d" providerId="ADAL" clId="{983992DD-5319-4431-AA05-A2CF4C6843E2}" dt="2025-09-08T11:56:12.486" v="953" actId="478"/>
          <ac:spMkLst>
            <pc:docMk/>
            <pc:sldMk cId="1110891383" sldId="271"/>
            <ac:spMk id="15" creationId="{71BBAE39-49F8-44AB-BED3-1BA644A4188F}"/>
          </ac:spMkLst>
        </pc:spChg>
        <pc:spChg chg="add del mod">
          <ac:chgData name="Leandre Gachet" userId="699b57a9-cf39-4118-976c-2a4cdd6e4f7d" providerId="ADAL" clId="{983992DD-5319-4431-AA05-A2CF4C6843E2}" dt="2025-09-08T11:56:17.595" v="955" actId="478"/>
          <ac:spMkLst>
            <pc:docMk/>
            <pc:sldMk cId="1110891383" sldId="271"/>
            <ac:spMk id="17" creationId="{1CDBCF2E-6350-41AB-AD39-208CFF00982E}"/>
          </ac:spMkLst>
        </pc:spChg>
        <pc:spChg chg="add del mod">
          <ac:chgData name="Leandre Gachet" userId="699b57a9-cf39-4118-976c-2a4cdd6e4f7d" providerId="ADAL" clId="{983992DD-5319-4431-AA05-A2CF4C6843E2}" dt="2025-09-08T12:20:08.256" v="1799" actId="478"/>
          <ac:spMkLst>
            <pc:docMk/>
            <pc:sldMk cId="1110891383" sldId="271"/>
            <ac:spMk id="19" creationId="{DDE01E5F-3E70-4AFD-B1AA-C98EA45401D7}"/>
          </ac:spMkLst>
        </pc:spChg>
        <pc:spChg chg="add mod">
          <ac:chgData name="Leandre Gachet" userId="699b57a9-cf39-4118-976c-2a4cdd6e4f7d" providerId="ADAL" clId="{983992DD-5319-4431-AA05-A2CF4C6843E2}" dt="2025-09-08T12:18:24.719" v="1786" actId="20577"/>
          <ac:spMkLst>
            <pc:docMk/>
            <pc:sldMk cId="1110891383" sldId="271"/>
            <ac:spMk id="21" creationId="{005E3EB4-8C98-4D77-ACD7-1517A348AEF6}"/>
          </ac:spMkLst>
        </pc:spChg>
        <pc:spChg chg="add del mod">
          <ac:chgData name="Leandre Gachet" userId="699b57a9-cf39-4118-976c-2a4cdd6e4f7d" providerId="ADAL" clId="{983992DD-5319-4431-AA05-A2CF4C6843E2}" dt="2025-09-08T12:16:30.066" v="1673" actId="478"/>
          <ac:spMkLst>
            <pc:docMk/>
            <pc:sldMk cId="1110891383" sldId="271"/>
            <ac:spMk id="22" creationId="{5C819AB4-518D-4E2A-8FEE-465DB2F748FF}"/>
          </ac:spMkLst>
        </pc:spChg>
        <pc:spChg chg="add del mod">
          <ac:chgData name="Leandre Gachet" userId="699b57a9-cf39-4118-976c-2a4cdd6e4f7d" providerId="ADAL" clId="{983992DD-5319-4431-AA05-A2CF4C6843E2}" dt="2025-09-08T12:16:37.747" v="1677" actId="478"/>
          <ac:spMkLst>
            <pc:docMk/>
            <pc:sldMk cId="1110891383" sldId="271"/>
            <ac:spMk id="23" creationId="{1EF21B25-B889-4E9C-BCBD-F46CB4193E07}"/>
          </ac:spMkLst>
        </pc:spChg>
        <pc:spChg chg="add mod">
          <ac:chgData name="Leandre Gachet" userId="699b57a9-cf39-4118-976c-2a4cdd6e4f7d" providerId="ADAL" clId="{983992DD-5319-4431-AA05-A2CF4C6843E2}" dt="2025-09-08T12:20:12.401" v="1800" actId="1076"/>
          <ac:spMkLst>
            <pc:docMk/>
            <pc:sldMk cId="1110891383" sldId="271"/>
            <ac:spMk id="24" creationId="{B36D1C66-F4D9-42AC-BDBD-8FC1F135FA7B}"/>
          </ac:spMkLst>
        </pc:spChg>
        <pc:picChg chg="del">
          <ac:chgData name="Leandre Gachet" userId="699b57a9-cf39-4118-976c-2a4cdd6e4f7d" providerId="ADAL" clId="{983992DD-5319-4431-AA05-A2CF4C6843E2}" dt="2025-09-08T09:58:29.654" v="322" actId="478"/>
          <ac:picMkLst>
            <pc:docMk/>
            <pc:sldMk cId="1110891383" sldId="271"/>
            <ac:picMk id="26" creationId="{AC795B1E-52EB-4FE3-A1E0-F33538255501}"/>
          </ac:picMkLst>
        </pc:picChg>
        <pc:picChg chg="del">
          <ac:chgData name="Leandre Gachet" userId="699b57a9-cf39-4118-976c-2a4cdd6e4f7d" providerId="ADAL" clId="{983992DD-5319-4431-AA05-A2CF4C6843E2}" dt="2025-09-08T09:58:31.915" v="324" actId="478"/>
          <ac:picMkLst>
            <pc:docMk/>
            <pc:sldMk cId="1110891383" sldId="271"/>
            <ac:picMk id="27" creationId="{6E924CF4-613B-4D10-84B4-60CDEB9D1E3E}"/>
          </ac:picMkLst>
        </pc:picChg>
        <pc:picChg chg="del">
          <ac:chgData name="Leandre Gachet" userId="699b57a9-cf39-4118-976c-2a4cdd6e4f7d" providerId="ADAL" clId="{983992DD-5319-4431-AA05-A2CF4C6843E2}" dt="2025-09-08T09:58:38.771" v="326" actId="478"/>
          <ac:picMkLst>
            <pc:docMk/>
            <pc:sldMk cId="1110891383" sldId="271"/>
            <ac:picMk id="28" creationId="{4A3F8A3D-A21F-48E8-9665-AC8C102CB76C}"/>
          </ac:picMkLst>
        </pc:picChg>
      </pc:sldChg>
      <pc:sldChg chg="del">
        <pc:chgData name="Leandre Gachet" userId="699b57a9-cf39-4118-976c-2a4cdd6e4f7d" providerId="ADAL" clId="{983992DD-5319-4431-AA05-A2CF4C6843E2}" dt="2025-09-08T11:37:21.003" v="678" actId="47"/>
        <pc:sldMkLst>
          <pc:docMk/>
          <pc:sldMk cId="618570312" sldId="272"/>
        </pc:sldMkLst>
      </pc:sldChg>
      <pc:sldChg chg="del">
        <pc:chgData name="Leandre Gachet" userId="699b57a9-cf39-4118-976c-2a4cdd6e4f7d" providerId="ADAL" clId="{983992DD-5319-4431-AA05-A2CF4C6843E2}" dt="2025-09-08T11:37:21.593" v="679" actId="47"/>
        <pc:sldMkLst>
          <pc:docMk/>
          <pc:sldMk cId="71375660" sldId="273"/>
        </pc:sldMkLst>
      </pc:sldChg>
      <pc:sldChg chg="addSp delSp modSp mod">
        <pc:chgData name="Leandre Gachet" userId="699b57a9-cf39-4118-976c-2a4cdd6e4f7d" providerId="ADAL" clId="{983992DD-5319-4431-AA05-A2CF4C6843E2}" dt="2025-09-08T09:52:35.166" v="193" actId="20577"/>
        <pc:sldMkLst>
          <pc:docMk/>
          <pc:sldMk cId="3476954114" sldId="274"/>
        </pc:sldMkLst>
        <pc:spChg chg="add del mod">
          <ac:chgData name="Leandre Gachet" userId="699b57a9-cf39-4118-976c-2a4cdd6e4f7d" providerId="ADAL" clId="{983992DD-5319-4431-AA05-A2CF4C6843E2}" dt="2025-09-08T09:52:35.166" v="193" actId="20577"/>
          <ac:spMkLst>
            <pc:docMk/>
            <pc:sldMk cId="3476954114" sldId="274"/>
            <ac:spMk id="3" creationId="{C17F5BF1-88DB-42F2-98A6-4C7FBFC311C4}"/>
          </ac:spMkLst>
        </pc:spChg>
        <pc:spChg chg="del">
          <ac:chgData name="Leandre Gachet" userId="699b57a9-cf39-4118-976c-2a4cdd6e4f7d" providerId="ADAL" clId="{983992DD-5319-4431-AA05-A2CF4C6843E2}" dt="2025-09-08T09:51:39.043" v="143" actId="478"/>
          <ac:spMkLst>
            <pc:docMk/>
            <pc:sldMk cId="3476954114" sldId="274"/>
            <ac:spMk id="4" creationId="{7E7E363B-55F5-4528-8A9D-A5D90055CD92}"/>
          </ac:spMkLst>
        </pc:spChg>
        <pc:spChg chg="del">
          <ac:chgData name="Leandre Gachet" userId="699b57a9-cf39-4118-976c-2a4cdd6e4f7d" providerId="ADAL" clId="{983992DD-5319-4431-AA05-A2CF4C6843E2}" dt="2025-09-08T09:52:00.653" v="149" actId="478"/>
          <ac:spMkLst>
            <pc:docMk/>
            <pc:sldMk cId="3476954114" sldId="274"/>
            <ac:spMk id="5" creationId="{045FEE4F-333C-40EF-B46D-8D25C79C05D2}"/>
          </ac:spMkLst>
        </pc:spChg>
        <pc:spChg chg="del">
          <ac:chgData name="Leandre Gachet" userId="699b57a9-cf39-4118-976c-2a4cdd6e4f7d" providerId="ADAL" clId="{983992DD-5319-4431-AA05-A2CF4C6843E2}" dt="2025-09-08T09:51:18.474" v="137" actId="478"/>
          <ac:spMkLst>
            <pc:docMk/>
            <pc:sldMk cId="3476954114" sldId="274"/>
            <ac:spMk id="6" creationId="{05F44DEB-FABF-4ADE-B7EB-29DFAFA3DFF6}"/>
          </ac:spMkLst>
        </pc:spChg>
        <pc:spChg chg="del">
          <ac:chgData name="Leandre Gachet" userId="699b57a9-cf39-4118-976c-2a4cdd6e4f7d" providerId="ADAL" clId="{983992DD-5319-4431-AA05-A2CF4C6843E2}" dt="2025-09-08T09:51:44.481" v="145" actId="478"/>
          <ac:spMkLst>
            <pc:docMk/>
            <pc:sldMk cId="3476954114" sldId="274"/>
            <ac:spMk id="7" creationId="{CF795760-75DB-4415-BB10-2C6299BBF11C}"/>
          </ac:spMkLst>
        </pc:spChg>
        <pc:spChg chg="add del mod">
          <ac:chgData name="Leandre Gachet" userId="699b57a9-cf39-4118-976c-2a4cdd6e4f7d" providerId="ADAL" clId="{983992DD-5319-4431-AA05-A2CF4C6843E2}" dt="2025-09-08T09:52:14.114" v="151" actId="478"/>
          <ac:spMkLst>
            <pc:docMk/>
            <pc:sldMk cId="3476954114" sldId="274"/>
            <ac:spMk id="8" creationId="{DC8EF09C-567C-439E-BD60-9F8396934225}"/>
          </ac:spMkLst>
        </pc:spChg>
        <pc:spChg chg="add del mod">
          <ac:chgData name="Leandre Gachet" userId="699b57a9-cf39-4118-976c-2a4cdd6e4f7d" providerId="ADAL" clId="{983992DD-5319-4431-AA05-A2CF4C6843E2}" dt="2025-09-08T09:51:26.035" v="139" actId="478"/>
          <ac:spMkLst>
            <pc:docMk/>
            <pc:sldMk cId="3476954114" sldId="274"/>
            <ac:spMk id="10" creationId="{1C92545E-3B6C-41E4-A381-3A500D380692}"/>
          </ac:spMkLst>
        </pc:spChg>
        <pc:spChg chg="add del mod">
          <ac:chgData name="Leandre Gachet" userId="699b57a9-cf39-4118-976c-2a4cdd6e4f7d" providerId="ADAL" clId="{983992DD-5319-4431-AA05-A2CF4C6843E2}" dt="2025-09-08T09:51:42.070" v="144" actId="478"/>
          <ac:spMkLst>
            <pc:docMk/>
            <pc:sldMk cId="3476954114" sldId="274"/>
            <ac:spMk id="12" creationId="{3EF3DE19-82A6-4E21-B219-042F433BDB75}"/>
          </ac:spMkLst>
        </pc:spChg>
        <pc:spChg chg="add del mod">
          <ac:chgData name="Leandre Gachet" userId="699b57a9-cf39-4118-976c-2a4cdd6e4f7d" providerId="ADAL" clId="{983992DD-5319-4431-AA05-A2CF4C6843E2}" dt="2025-09-08T09:51:57.684" v="148" actId="478"/>
          <ac:spMkLst>
            <pc:docMk/>
            <pc:sldMk cId="3476954114" sldId="274"/>
            <ac:spMk id="14" creationId="{304D06E1-F4EE-4D97-A7A2-3D8D4159754E}"/>
          </ac:spMkLst>
        </pc:spChg>
        <pc:spChg chg="add del mod">
          <ac:chgData name="Leandre Gachet" userId="699b57a9-cf39-4118-976c-2a4cdd6e4f7d" providerId="ADAL" clId="{983992DD-5319-4431-AA05-A2CF4C6843E2}" dt="2025-09-08T09:51:47.842" v="147" actId="478"/>
          <ac:spMkLst>
            <pc:docMk/>
            <pc:sldMk cId="3476954114" sldId="274"/>
            <ac:spMk id="16" creationId="{F9BAD7AA-C695-4855-AE79-CD73B410970E}"/>
          </ac:spMkLst>
        </pc:spChg>
        <pc:spChg chg="del">
          <ac:chgData name="Leandre Gachet" userId="699b57a9-cf39-4118-976c-2a4cdd6e4f7d" providerId="ADAL" clId="{983992DD-5319-4431-AA05-A2CF4C6843E2}" dt="2025-09-08T09:52:18.188" v="152" actId="478"/>
          <ac:spMkLst>
            <pc:docMk/>
            <pc:sldMk cId="3476954114" sldId="274"/>
            <ac:spMk id="18" creationId="{AAF39051-1049-4508-8373-6A289966AA59}"/>
          </ac:spMkLst>
        </pc:spChg>
        <pc:spChg chg="mod">
          <ac:chgData name="Leandre Gachet" userId="699b57a9-cf39-4118-976c-2a4cdd6e4f7d" providerId="ADAL" clId="{983992DD-5319-4431-AA05-A2CF4C6843E2}" dt="2025-09-08T09:52:32.760" v="191" actId="1035"/>
          <ac:spMkLst>
            <pc:docMk/>
            <pc:sldMk cId="3476954114" sldId="274"/>
            <ac:spMk id="19" creationId="{2D7851E8-1907-4C8A-A16F-E461B5BFA940}"/>
          </ac:spMkLst>
        </pc:spChg>
        <pc:spChg chg="add del mod">
          <ac:chgData name="Leandre Gachet" userId="699b57a9-cf39-4118-976c-2a4cdd6e4f7d" providerId="ADAL" clId="{983992DD-5319-4431-AA05-A2CF4C6843E2}" dt="2025-09-08T09:52:09.143" v="150" actId="478"/>
          <ac:spMkLst>
            <pc:docMk/>
            <pc:sldMk cId="3476954114" sldId="274"/>
            <ac:spMk id="21" creationId="{2695CE2E-491B-4957-9FAA-324FBB30275A}"/>
          </ac:spMkLst>
        </pc:spChg>
        <pc:grpChg chg="del">
          <ac:chgData name="Leandre Gachet" userId="699b57a9-cf39-4118-976c-2a4cdd6e4f7d" providerId="ADAL" clId="{983992DD-5319-4431-AA05-A2CF4C6843E2}" dt="2025-09-08T09:51:33.425" v="142" actId="478"/>
          <ac:grpSpMkLst>
            <pc:docMk/>
            <pc:sldMk cId="3476954114" sldId="274"/>
            <ac:grpSpMk id="46" creationId="{4BB2D73A-DB1F-47D9-9BDA-D6F01A0EDC06}"/>
          </ac:grpSpMkLst>
        </pc:grpChg>
        <pc:grpChg chg="del">
          <ac:chgData name="Leandre Gachet" userId="699b57a9-cf39-4118-976c-2a4cdd6e4f7d" providerId="ADAL" clId="{983992DD-5319-4431-AA05-A2CF4C6843E2}" dt="2025-09-08T09:51:30.723" v="141" actId="478"/>
          <ac:grpSpMkLst>
            <pc:docMk/>
            <pc:sldMk cId="3476954114" sldId="274"/>
            <ac:grpSpMk id="50" creationId="{F7F47E31-EB9A-4529-BE0F-A1213B79FE07}"/>
          </ac:grpSpMkLst>
        </pc:grpChg>
        <pc:grpChg chg="del">
          <ac:chgData name="Leandre Gachet" userId="699b57a9-cf39-4118-976c-2a4cdd6e4f7d" providerId="ADAL" clId="{983992DD-5319-4431-AA05-A2CF4C6843E2}" dt="2025-09-08T09:51:28.026" v="140" actId="478"/>
          <ac:grpSpMkLst>
            <pc:docMk/>
            <pc:sldMk cId="3476954114" sldId="274"/>
            <ac:grpSpMk id="55" creationId="{9E1A2D9D-4A3F-4720-9A14-FFD74FC5C7A2}"/>
          </ac:grpSpMkLst>
        </pc:grpChg>
      </pc:sldChg>
      <pc:sldChg chg="addSp delSp modSp add del mod">
        <pc:chgData name="Leandre Gachet" userId="699b57a9-cf39-4118-976c-2a4cdd6e4f7d" providerId="ADAL" clId="{983992DD-5319-4431-AA05-A2CF4C6843E2}" dt="2025-09-08T12:18:16.379" v="1785" actId="47"/>
        <pc:sldMkLst>
          <pc:docMk/>
          <pc:sldMk cId="2846318673" sldId="275"/>
        </pc:sldMkLst>
        <pc:spChg chg="mod">
          <ac:chgData name="Leandre Gachet" userId="699b57a9-cf39-4118-976c-2a4cdd6e4f7d" providerId="ADAL" clId="{983992DD-5319-4431-AA05-A2CF4C6843E2}" dt="2025-09-08T10:01:09.827" v="478" actId="20577"/>
          <ac:spMkLst>
            <pc:docMk/>
            <pc:sldMk cId="2846318673" sldId="275"/>
            <ac:spMk id="3" creationId="{589FBC09-5A84-45A9-B63B-5DEAA4BE7605}"/>
          </ac:spMkLst>
        </pc:spChg>
        <pc:spChg chg="del mod">
          <ac:chgData name="Leandre Gachet" userId="699b57a9-cf39-4118-976c-2a4cdd6e4f7d" providerId="ADAL" clId="{983992DD-5319-4431-AA05-A2CF4C6843E2}" dt="2025-09-08T12:15:05.836" v="1630" actId="21"/>
          <ac:spMkLst>
            <pc:docMk/>
            <pc:sldMk cId="2846318673" sldId="275"/>
            <ac:spMk id="4" creationId="{199A93DB-B3B6-47AF-84B6-0AE60CEEF594}"/>
          </ac:spMkLst>
        </pc:spChg>
        <pc:spChg chg="add mod">
          <ac:chgData name="Leandre Gachet" userId="699b57a9-cf39-4118-976c-2a4cdd6e4f7d" providerId="ADAL" clId="{983992DD-5319-4431-AA05-A2CF4C6843E2}" dt="2025-09-08T12:15:05.836" v="1630" actId="21"/>
          <ac:spMkLst>
            <pc:docMk/>
            <pc:sldMk cId="2846318673" sldId="275"/>
            <ac:spMk id="6" creationId="{C9AF559A-5060-4A71-87E2-2D5EF87943AF}"/>
          </ac:spMkLst>
        </pc:spChg>
        <pc:spChg chg="add mod">
          <ac:chgData name="Leandre Gachet" userId="699b57a9-cf39-4118-976c-2a4cdd6e4f7d" providerId="ADAL" clId="{983992DD-5319-4431-AA05-A2CF4C6843E2}" dt="2025-09-08T12:15:05.836" v="1630" actId="21"/>
          <ac:spMkLst>
            <pc:docMk/>
            <pc:sldMk cId="2846318673" sldId="275"/>
            <ac:spMk id="8" creationId="{F7DD43DD-96BB-436E-920C-9C4375BB3EF7}"/>
          </ac:spMkLst>
        </pc:spChg>
        <pc:spChg chg="del mod">
          <ac:chgData name="Leandre Gachet" userId="699b57a9-cf39-4118-976c-2a4cdd6e4f7d" providerId="ADAL" clId="{983992DD-5319-4431-AA05-A2CF4C6843E2}" dt="2025-09-08T12:15:05.836" v="1630" actId="21"/>
          <ac:spMkLst>
            <pc:docMk/>
            <pc:sldMk cId="2846318673" sldId="275"/>
            <ac:spMk id="9" creationId="{741D6D94-B2BB-401E-AACC-F5CA79C890E0}"/>
          </ac:spMkLst>
        </pc:spChg>
        <pc:spChg chg="del mod">
          <ac:chgData name="Leandre Gachet" userId="699b57a9-cf39-4118-976c-2a4cdd6e4f7d" providerId="ADAL" clId="{983992DD-5319-4431-AA05-A2CF4C6843E2}" dt="2025-09-08T12:15:05.836" v="1630" actId="21"/>
          <ac:spMkLst>
            <pc:docMk/>
            <pc:sldMk cId="2846318673" sldId="275"/>
            <ac:spMk id="10" creationId="{446FF8FD-032B-4D36-A8A8-4808293CC3D6}"/>
          </ac:spMkLst>
        </pc:spChg>
        <pc:spChg chg="add mod">
          <ac:chgData name="Leandre Gachet" userId="699b57a9-cf39-4118-976c-2a4cdd6e4f7d" providerId="ADAL" clId="{983992DD-5319-4431-AA05-A2CF4C6843E2}" dt="2025-09-08T12:15:05.836" v="1630" actId="21"/>
          <ac:spMkLst>
            <pc:docMk/>
            <pc:sldMk cId="2846318673" sldId="275"/>
            <ac:spMk id="13" creationId="{02D970E9-74A5-4421-9464-AA3E144F1A8A}"/>
          </ac:spMkLst>
        </pc:spChg>
      </pc:sldChg>
      <pc:sldChg chg="addSp delSp modSp add mod ord">
        <pc:chgData name="Leandre Gachet" userId="699b57a9-cf39-4118-976c-2a4cdd6e4f7d" providerId="ADAL" clId="{983992DD-5319-4431-AA05-A2CF4C6843E2}" dt="2025-09-08T12:05:56.129" v="1243" actId="1076"/>
        <pc:sldMkLst>
          <pc:docMk/>
          <pc:sldMk cId="4052536314" sldId="276"/>
        </pc:sldMkLst>
        <pc:spChg chg="mod">
          <ac:chgData name="Leandre Gachet" userId="699b57a9-cf39-4118-976c-2a4cdd6e4f7d" providerId="ADAL" clId="{983992DD-5319-4431-AA05-A2CF4C6843E2}" dt="2025-09-08T11:35:47.574" v="671" actId="20577"/>
          <ac:spMkLst>
            <pc:docMk/>
            <pc:sldMk cId="4052536314" sldId="276"/>
            <ac:spMk id="3" creationId="{589FBC09-5A84-45A9-B63B-5DEAA4BE7605}"/>
          </ac:spMkLst>
        </pc:spChg>
        <pc:spChg chg="mod">
          <ac:chgData name="Leandre Gachet" userId="699b57a9-cf39-4118-976c-2a4cdd6e4f7d" providerId="ADAL" clId="{983992DD-5319-4431-AA05-A2CF4C6843E2}" dt="2025-09-08T12:05:56.129" v="1243" actId="1076"/>
          <ac:spMkLst>
            <pc:docMk/>
            <pc:sldMk cId="4052536314" sldId="276"/>
            <ac:spMk id="4" creationId="{199A93DB-B3B6-47AF-84B6-0AE60CEEF594}"/>
          </ac:spMkLst>
        </pc:spChg>
        <pc:spChg chg="add del mod">
          <ac:chgData name="Leandre Gachet" userId="699b57a9-cf39-4118-976c-2a4cdd6e4f7d" providerId="ADAL" clId="{983992DD-5319-4431-AA05-A2CF4C6843E2}" dt="2025-09-08T12:03:45.560" v="1160" actId="478"/>
          <ac:spMkLst>
            <pc:docMk/>
            <pc:sldMk cId="4052536314" sldId="276"/>
            <ac:spMk id="6" creationId="{66E26B05-2C1F-4DB2-A182-D3EC2C2ACECE}"/>
          </ac:spMkLst>
        </pc:spChg>
        <pc:spChg chg="add del mod">
          <ac:chgData name="Leandre Gachet" userId="699b57a9-cf39-4118-976c-2a4cdd6e4f7d" providerId="ADAL" clId="{983992DD-5319-4431-AA05-A2CF4C6843E2}" dt="2025-09-08T12:03:51.330" v="1162" actId="478"/>
          <ac:spMkLst>
            <pc:docMk/>
            <pc:sldMk cId="4052536314" sldId="276"/>
            <ac:spMk id="8" creationId="{300C4A76-EDF1-44E2-A0A0-B3DA3ED4CBBF}"/>
          </ac:spMkLst>
        </pc:spChg>
        <pc:spChg chg="del mod">
          <ac:chgData name="Leandre Gachet" userId="699b57a9-cf39-4118-976c-2a4cdd6e4f7d" providerId="ADAL" clId="{983992DD-5319-4431-AA05-A2CF4C6843E2}" dt="2025-09-08T12:03:43.350" v="1158" actId="478"/>
          <ac:spMkLst>
            <pc:docMk/>
            <pc:sldMk cId="4052536314" sldId="276"/>
            <ac:spMk id="9" creationId="{741D6D94-B2BB-401E-AACC-F5CA79C890E0}"/>
          </ac:spMkLst>
        </pc:spChg>
        <pc:spChg chg="del mod">
          <ac:chgData name="Leandre Gachet" userId="699b57a9-cf39-4118-976c-2a4cdd6e4f7d" providerId="ADAL" clId="{983992DD-5319-4431-AA05-A2CF4C6843E2}" dt="2025-09-08T12:03:48.693" v="1161" actId="478"/>
          <ac:spMkLst>
            <pc:docMk/>
            <pc:sldMk cId="4052536314" sldId="276"/>
            <ac:spMk id="10" creationId="{446FF8FD-032B-4D36-A8A8-4808293CC3D6}"/>
          </ac:spMkLst>
        </pc:spChg>
      </pc:sldChg>
      <pc:sldChg chg="addSp delSp modSp add mod">
        <pc:chgData name="Leandre Gachet" userId="699b57a9-cf39-4118-976c-2a4cdd6e4f7d" providerId="ADAL" clId="{983992DD-5319-4431-AA05-A2CF4C6843E2}" dt="2025-09-08T11:54:32.903" v="950" actId="5793"/>
        <pc:sldMkLst>
          <pc:docMk/>
          <pc:sldMk cId="497060629" sldId="277"/>
        </pc:sldMkLst>
        <pc:spChg chg="mod">
          <ac:chgData name="Leandre Gachet" userId="699b57a9-cf39-4118-976c-2a4cdd6e4f7d" providerId="ADAL" clId="{983992DD-5319-4431-AA05-A2CF4C6843E2}" dt="2025-09-08T10:19:50.435" v="636" actId="20577"/>
          <ac:spMkLst>
            <pc:docMk/>
            <pc:sldMk cId="497060629" sldId="277"/>
            <ac:spMk id="3" creationId="{589FBC09-5A84-45A9-B63B-5DEAA4BE7605}"/>
          </ac:spMkLst>
        </pc:spChg>
        <pc:spChg chg="mod">
          <ac:chgData name="Leandre Gachet" userId="699b57a9-cf39-4118-976c-2a4cdd6e4f7d" providerId="ADAL" clId="{983992DD-5319-4431-AA05-A2CF4C6843E2}" dt="2025-09-08T11:54:32.903" v="950" actId="5793"/>
          <ac:spMkLst>
            <pc:docMk/>
            <pc:sldMk cId="497060629" sldId="277"/>
            <ac:spMk id="4" creationId="{199A93DB-B3B6-47AF-84B6-0AE60CEEF594}"/>
          </ac:spMkLst>
        </pc:spChg>
        <pc:spChg chg="add del mod">
          <ac:chgData name="Leandre Gachet" userId="699b57a9-cf39-4118-976c-2a4cdd6e4f7d" providerId="ADAL" clId="{983992DD-5319-4431-AA05-A2CF4C6843E2}" dt="2025-09-08T11:52:08.036" v="896" actId="478"/>
          <ac:spMkLst>
            <pc:docMk/>
            <pc:sldMk cId="497060629" sldId="277"/>
            <ac:spMk id="6" creationId="{635B4D96-4AE6-4324-9D05-4EDA4AB59E43}"/>
          </ac:spMkLst>
        </pc:spChg>
        <pc:spChg chg="add del mod">
          <ac:chgData name="Leandre Gachet" userId="699b57a9-cf39-4118-976c-2a4cdd6e4f7d" providerId="ADAL" clId="{983992DD-5319-4431-AA05-A2CF4C6843E2}" dt="2025-09-08T11:52:15.165" v="899" actId="478"/>
          <ac:spMkLst>
            <pc:docMk/>
            <pc:sldMk cId="497060629" sldId="277"/>
            <ac:spMk id="8" creationId="{1B1F40A6-F0A6-4293-8695-51659DA35262}"/>
          </ac:spMkLst>
        </pc:spChg>
        <pc:spChg chg="del">
          <ac:chgData name="Leandre Gachet" userId="699b57a9-cf39-4118-976c-2a4cdd6e4f7d" providerId="ADAL" clId="{983992DD-5319-4431-AA05-A2CF4C6843E2}" dt="2025-09-08T11:52:11.271" v="897" actId="478"/>
          <ac:spMkLst>
            <pc:docMk/>
            <pc:sldMk cId="497060629" sldId="277"/>
            <ac:spMk id="9" creationId="{741D6D94-B2BB-401E-AACC-F5CA79C890E0}"/>
          </ac:spMkLst>
        </pc:spChg>
        <pc:spChg chg="del">
          <ac:chgData name="Leandre Gachet" userId="699b57a9-cf39-4118-976c-2a4cdd6e4f7d" providerId="ADAL" clId="{983992DD-5319-4431-AA05-A2CF4C6843E2}" dt="2025-09-08T11:52:05.411" v="895" actId="478"/>
          <ac:spMkLst>
            <pc:docMk/>
            <pc:sldMk cId="497060629" sldId="277"/>
            <ac:spMk id="10" creationId="{446FF8FD-032B-4D36-A8A8-4808293CC3D6}"/>
          </ac:spMkLst>
        </pc:spChg>
      </pc:sldChg>
      <pc:sldChg chg="addSp delSp modSp add mod ord">
        <pc:chgData name="Leandre Gachet" userId="699b57a9-cf39-4118-976c-2a4cdd6e4f7d" providerId="ADAL" clId="{983992DD-5319-4431-AA05-A2CF4C6843E2}" dt="2025-09-08T12:21:27.867" v="1833"/>
        <pc:sldMkLst>
          <pc:docMk/>
          <pc:sldMk cId="4123879849" sldId="278"/>
        </pc:sldMkLst>
        <pc:spChg chg="add del mod">
          <ac:chgData name="Leandre Gachet" userId="699b57a9-cf39-4118-976c-2a4cdd6e4f7d" providerId="ADAL" clId="{983992DD-5319-4431-AA05-A2CF4C6843E2}" dt="2025-09-08T11:33:08.700" v="650" actId="478"/>
          <ac:spMkLst>
            <pc:docMk/>
            <pc:sldMk cId="4123879849" sldId="278"/>
            <ac:spMk id="4" creationId="{E2015D28-657F-4167-8DDD-A83FEEDA8FC2}"/>
          </ac:spMkLst>
        </pc:spChg>
        <pc:spChg chg="del">
          <ac:chgData name="Leandre Gachet" userId="699b57a9-cf39-4118-976c-2a4cdd6e4f7d" providerId="ADAL" clId="{983992DD-5319-4431-AA05-A2CF4C6843E2}" dt="2025-09-08T11:33:12.808" v="651" actId="478"/>
          <ac:spMkLst>
            <pc:docMk/>
            <pc:sldMk cId="4123879849" sldId="278"/>
            <ac:spMk id="5" creationId="{1F60D19E-57E1-4373-8049-5E1098419094}"/>
          </ac:spMkLst>
        </pc:spChg>
        <pc:spChg chg="del">
          <ac:chgData name="Leandre Gachet" userId="699b57a9-cf39-4118-976c-2a4cdd6e4f7d" providerId="ADAL" clId="{983992DD-5319-4431-AA05-A2CF4C6843E2}" dt="2025-09-08T11:33:12.808" v="651" actId="478"/>
          <ac:spMkLst>
            <pc:docMk/>
            <pc:sldMk cId="4123879849" sldId="278"/>
            <ac:spMk id="6" creationId="{C2FD735F-3532-48E3-982E-20E3B7CD4E77}"/>
          </ac:spMkLst>
        </pc:spChg>
        <pc:spChg chg="del">
          <ac:chgData name="Leandre Gachet" userId="699b57a9-cf39-4118-976c-2a4cdd6e4f7d" providerId="ADAL" clId="{983992DD-5319-4431-AA05-A2CF4C6843E2}" dt="2025-09-08T11:33:15.985" v="652" actId="478"/>
          <ac:spMkLst>
            <pc:docMk/>
            <pc:sldMk cId="4123879849" sldId="278"/>
            <ac:spMk id="7" creationId="{EF36C327-EB57-4A15-A015-B46391E9E732}"/>
          </ac:spMkLst>
        </pc:spChg>
        <pc:spChg chg="del">
          <ac:chgData name="Leandre Gachet" userId="699b57a9-cf39-4118-976c-2a4cdd6e4f7d" providerId="ADAL" clId="{983992DD-5319-4431-AA05-A2CF4C6843E2}" dt="2025-09-08T11:33:15.985" v="652" actId="478"/>
          <ac:spMkLst>
            <pc:docMk/>
            <pc:sldMk cId="4123879849" sldId="278"/>
            <ac:spMk id="8" creationId="{C4044465-8F5D-4E03-90E0-7A3034CF8A69}"/>
          </ac:spMkLst>
        </pc:spChg>
        <pc:spChg chg="add del mod">
          <ac:chgData name="Leandre Gachet" userId="699b57a9-cf39-4118-976c-2a4cdd6e4f7d" providerId="ADAL" clId="{983992DD-5319-4431-AA05-A2CF4C6843E2}" dt="2025-09-08T11:33:15.985" v="652" actId="478"/>
          <ac:spMkLst>
            <pc:docMk/>
            <pc:sldMk cId="4123879849" sldId="278"/>
            <ac:spMk id="10" creationId="{BFFA982C-9F4C-46DE-9DFF-72A7F239921D}"/>
          </ac:spMkLst>
        </pc:spChg>
        <pc:spChg chg="del">
          <ac:chgData name="Leandre Gachet" userId="699b57a9-cf39-4118-976c-2a4cdd6e4f7d" providerId="ADAL" clId="{983992DD-5319-4431-AA05-A2CF4C6843E2}" dt="2025-09-08T11:33:15.985" v="652" actId="478"/>
          <ac:spMkLst>
            <pc:docMk/>
            <pc:sldMk cId="4123879849" sldId="278"/>
            <ac:spMk id="12" creationId="{AF5648F8-8F3A-42B3-BEE2-8FFE23B20945}"/>
          </ac:spMkLst>
        </pc:spChg>
        <pc:spChg chg="del">
          <ac:chgData name="Leandre Gachet" userId="699b57a9-cf39-4118-976c-2a4cdd6e4f7d" providerId="ADAL" clId="{983992DD-5319-4431-AA05-A2CF4C6843E2}" dt="2025-09-08T11:33:15.985" v="652" actId="478"/>
          <ac:spMkLst>
            <pc:docMk/>
            <pc:sldMk cId="4123879849" sldId="278"/>
            <ac:spMk id="13" creationId="{756F0BBC-32F1-4620-B380-877B895D8342}"/>
          </ac:spMkLst>
        </pc:spChg>
        <pc:spChg chg="del">
          <ac:chgData name="Leandre Gachet" userId="699b57a9-cf39-4118-976c-2a4cdd6e4f7d" providerId="ADAL" clId="{983992DD-5319-4431-AA05-A2CF4C6843E2}" dt="2025-09-08T11:33:12.808" v="651" actId="478"/>
          <ac:spMkLst>
            <pc:docMk/>
            <pc:sldMk cId="4123879849" sldId="278"/>
            <ac:spMk id="14" creationId="{5B295A8B-B83E-4EE4-8FA9-BA532E65E574}"/>
          </ac:spMkLst>
        </pc:spChg>
        <pc:spChg chg="del">
          <ac:chgData name="Leandre Gachet" userId="699b57a9-cf39-4118-976c-2a4cdd6e4f7d" providerId="ADAL" clId="{983992DD-5319-4431-AA05-A2CF4C6843E2}" dt="2025-09-08T11:33:12.808" v="651" actId="478"/>
          <ac:spMkLst>
            <pc:docMk/>
            <pc:sldMk cId="4123879849" sldId="278"/>
            <ac:spMk id="15" creationId="{6A12FCC6-43B7-4221-A65B-003F82F88161}"/>
          </ac:spMkLst>
        </pc:spChg>
        <pc:spChg chg="add del mod">
          <ac:chgData name="Leandre Gachet" userId="699b57a9-cf39-4118-976c-2a4cdd6e4f7d" providerId="ADAL" clId="{983992DD-5319-4431-AA05-A2CF4C6843E2}" dt="2025-09-08T11:33:15.985" v="652" actId="478"/>
          <ac:spMkLst>
            <pc:docMk/>
            <pc:sldMk cId="4123879849" sldId="278"/>
            <ac:spMk id="16" creationId="{EA1B59AA-6F07-4429-BD5A-F481E9B21E89}"/>
          </ac:spMkLst>
        </pc:spChg>
        <pc:spChg chg="add del mod">
          <ac:chgData name="Leandre Gachet" userId="699b57a9-cf39-4118-976c-2a4cdd6e4f7d" providerId="ADAL" clId="{983992DD-5319-4431-AA05-A2CF4C6843E2}" dt="2025-09-08T11:33:15.985" v="652" actId="478"/>
          <ac:spMkLst>
            <pc:docMk/>
            <pc:sldMk cId="4123879849" sldId="278"/>
            <ac:spMk id="18" creationId="{760853CF-BCC0-477E-A5CA-DA9A5DFA6470}"/>
          </ac:spMkLst>
        </pc:spChg>
        <pc:spChg chg="add del mod">
          <ac:chgData name="Leandre Gachet" userId="699b57a9-cf39-4118-976c-2a4cdd6e4f7d" providerId="ADAL" clId="{983992DD-5319-4431-AA05-A2CF4C6843E2}" dt="2025-09-08T11:33:15.985" v="652" actId="478"/>
          <ac:spMkLst>
            <pc:docMk/>
            <pc:sldMk cId="4123879849" sldId="278"/>
            <ac:spMk id="20" creationId="{6B8FFA55-C239-4C5D-B2E7-BED89CFBF981}"/>
          </ac:spMkLst>
        </pc:spChg>
        <pc:spChg chg="del mod">
          <ac:chgData name="Leandre Gachet" userId="699b57a9-cf39-4118-976c-2a4cdd6e4f7d" providerId="ADAL" clId="{983992DD-5319-4431-AA05-A2CF4C6843E2}" dt="2025-09-08T11:46:06.134" v="748" actId="478"/>
          <ac:spMkLst>
            <pc:docMk/>
            <pc:sldMk cId="4123879849" sldId="278"/>
            <ac:spMk id="21" creationId="{BC5F3A4A-2857-4A67-818B-E62AB2121E48}"/>
          </ac:spMkLst>
        </pc:spChg>
        <pc:spChg chg="del">
          <ac:chgData name="Leandre Gachet" userId="699b57a9-cf39-4118-976c-2a4cdd6e4f7d" providerId="ADAL" clId="{983992DD-5319-4431-AA05-A2CF4C6843E2}" dt="2025-09-08T11:46:03.141" v="747" actId="478"/>
          <ac:spMkLst>
            <pc:docMk/>
            <pc:sldMk cId="4123879849" sldId="278"/>
            <ac:spMk id="22" creationId="{FEEE4553-844E-49F9-8166-2F2E938E3677}"/>
          </ac:spMkLst>
        </pc:spChg>
        <pc:spChg chg="add del mod">
          <ac:chgData name="Leandre Gachet" userId="699b57a9-cf39-4118-976c-2a4cdd6e4f7d" providerId="ADAL" clId="{983992DD-5319-4431-AA05-A2CF4C6843E2}" dt="2025-09-08T11:33:20.777" v="654" actId="478"/>
          <ac:spMkLst>
            <pc:docMk/>
            <pc:sldMk cId="4123879849" sldId="278"/>
            <ac:spMk id="24" creationId="{B8D86E8E-DA26-4FF2-910F-A7362E22E97E}"/>
          </ac:spMkLst>
        </pc:spChg>
        <pc:spChg chg="del">
          <ac:chgData name="Leandre Gachet" userId="699b57a9-cf39-4118-976c-2a4cdd6e4f7d" providerId="ADAL" clId="{983992DD-5319-4431-AA05-A2CF4C6843E2}" dt="2025-09-08T11:33:12.808" v="651" actId="478"/>
          <ac:spMkLst>
            <pc:docMk/>
            <pc:sldMk cId="4123879849" sldId="278"/>
            <ac:spMk id="25" creationId="{01A47850-696A-4153-953F-D3D2FB5C31A9}"/>
          </ac:spMkLst>
        </pc:spChg>
        <pc:spChg chg="add del mod">
          <ac:chgData name="Leandre Gachet" userId="699b57a9-cf39-4118-976c-2a4cdd6e4f7d" providerId="ADAL" clId="{983992DD-5319-4431-AA05-A2CF4C6843E2}" dt="2025-09-08T11:33:15.985" v="652" actId="478"/>
          <ac:spMkLst>
            <pc:docMk/>
            <pc:sldMk cId="4123879849" sldId="278"/>
            <ac:spMk id="29" creationId="{186FED32-46B9-4C24-BF18-E76D2C61BF82}"/>
          </ac:spMkLst>
        </pc:spChg>
        <pc:spChg chg="add del mod">
          <ac:chgData name="Leandre Gachet" userId="699b57a9-cf39-4118-976c-2a4cdd6e4f7d" providerId="ADAL" clId="{983992DD-5319-4431-AA05-A2CF4C6843E2}" dt="2025-09-08T11:33:20.777" v="654" actId="478"/>
          <ac:spMkLst>
            <pc:docMk/>
            <pc:sldMk cId="4123879849" sldId="278"/>
            <ac:spMk id="33" creationId="{F139FF72-4716-43BB-8E7E-A599B83FF103}"/>
          </ac:spMkLst>
        </pc:spChg>
        <pc:spChg chg="add del mod">
          <ac:chgData name="Leandre Gachet" userId="699b57a9-cf39-4118-976c-2a4cdd6e4f7d" providerId="ADAL" clId="{983992DD-5319-4431-AA05-A2CF4C6843E2}" dt="2025-09-08T11:33:20.777" v="654" actId="478"/>
          <ac:spMkLst>
            <pc:docMk/>
            <pc:sldMk cId="4123879849" sldId="278"/>
            <ac:spMk id="35" creationId="{5D8E562D-61BB-4F23-B27D-3680BBA45330}"/>
          </ac:spMkLst>
        </pc:spChg>
        <pc:spChg chg="add del mod">
          <ac:chgData name="Leandre Gachet" userId="699b57a9-cf39-4118-976c-2a4cdd6e4f7d" providerId="ADAL" clId="{983992DD-5319-4431-AA05-A2CF4C6843E2}" dt="2025-09-08T11:33:23.174" v="655" actId="478"/>
          <ac:spMkLst>
            <pc:docMk/>
            <pc:sldMk cId="4123879849" sldId="278"/>
            <ac:spMk id="37" creationId="{4A9DE8E0-0296-4707-8B2A-B9482EC6C1F0}"/>
          </ac:spMkLst>
        </pc:spChg>
        <pc:spChg chg="add del mod">
          <ac:chgData name="Leandre Gachet" userId="699b57a9-cf39-4118-976c-2a4cdd6e4f7d" providerId="ADAL" clId="{983992DD-5319-4431-AA05-A2CF4C6843E2}" dt="2025-09-08T11:33:23.174" v="655" actId="478"/>
          <ac:spMkLst>
            <pc:docMk/>
            <pc:sldMk cId="4123879849" sldId="278"/>
            <ac:spMk id="39" creationId="{DE6E29E8-88BF-4755-B050-528646C82CDA}"/>
          </ac:spMkLst>
        </pc:spChg>
        <pc:spChg chg="add del mod">
          <ac:chgData name="Leandre Gachet" userId="699b57a9-cf39-4118-976c-2a4cdd6e4f7d" providerId="ADAL" clId="{983992DD-5319-4431-AA05-A2CF4C6843E2}" dt="2025-09-08T11:33:18.021" v="653" actId="478"/>
          <ac:spMkLst>
            <pc:docMk/>
            <pc:sldMk cId="4123879849" sldId="278"/>
            <ac:spMk id="41" creationId="{F584FDDD-B86A-4C6A-A248-CCCE14C61C9E}"/>
          </ac:spMkLst>
        </pc:spChg>
        <pc:spChg chg="add del mod">
          <ac:chgData name="Leandre Gachet" userId="699b57a9-cf39-4118-976c-2a4cdd6e4f7d" providerId="ADAL" clId="{983992DD-5319-4431-AA05-A2CF4C6843E2}" dt="2025-09-08T11:46:08.372" v="749" actId="478"/>
          <ac:spMkLst>
            <pc:docMk/>
            <pc:sldMk cId="4123879849" sldId="278"/>
            <ac:spMk id="43" creationId="{02D06BB7-F71E-4DDF-8948-AFFBC9E146BC}"/>
          </ac:spMkLst>
        </pc:spChg>
        <pc:spChg chg="del">
          <ac:chgData name="Leandre Gachet" userId="699b57a9-cf39-4118-976c-2a4cdd6e4f7d" providerId="ADAL" clId="{983992DD-5319-4431-AA05-A2CF4C6843E2}" dt="2025-09-08T11:33:12.808" v="651" actId="478"/>
          <ac:spMkLst>
            <pc:docMk/>
            <pc:sldMk cId="4123879849" sldId="278"/>
            <ac:spMk id="56" creationId="{B085FEF7-45BC-4B49-8329-097F23476A6A}"/>
          </ac:spMkLst>
        </pc:spChg>
        <pc:spChg chg="del">
          <ac:chgData name="Leandre Gachet" userId="699b57a9-cf39-4118-976c-2a4cdd6e4f7d" providerId="ADAL" clId="{983992DD-5319-4431-AA05-A2CF4C6843E2}" dt="2025-09-08T11:33:15.985" v="652" actId="478"/>
          <ac:spMkLst>
            <pc:docMk/>
            <pc:sldMk cId="4123879849" sldId="278"/>
            <ac:spMk id="57" creationId="{5CCC7563-285F-46AC-90A3-8D8D6F494498}"/>
          </ac:spMkLst>
        </pc:spChg>
        <pc:spChg chg="del">
          <ac:chgData name="Leandre Gachet" userId="699b57a9-cf39-4118-976c-2a4cdd6e4f7d" providerId="ADAL" clId="{983992DD-5319-4431-AA05-A2CF4C6843E2}" dt="2025-09-08T11:33:12.808" v="651" actId="478"/>
          <ac:spMkLst>
            <pc:docMk/>
            <pc:sldMk cId="4123879849" sldId="278"/>
            <ac:spMk id="58" creationId="{23D892D7-D87B-407B-85EF-921DF3E196A0}"/>
          </ac:spMkLst>
        </pc:spChg>
        <pc:picChg chg="del">
          <ac:chgData name="Leandre Gachet" userId="699b57a9-cf39-4118-976c-2a4cdd6e4f7d" providerId="ADAL" clId="{983992DD-5319-4431-AA05-A2CF4C6843E2}" dt="2025-09-08T11:33:04.099" v="649" actId="478"/>
          <ac:picMkLst>
            <pc:docMk/>
            <pc:sldMk cId="4123879849" sldId="278"/>
            <ac:picMk id="26" creationId="{BAC2E32D-D8C5-439B-A150-5D05F5743F70}"/>
          </ac:picMkLst>
        </pc:picChg>
        <pc:picChg chg="del">
          <ac:chgData name="Leandre Gachet" userId="699b57a9-cf39-4118-976c-2a4cdd6e4f7d" providerId="ADAL" clId="{983992DD-5319-4431-AA05-A2CF4C6843E2}" dt="2025-09-08T11:33:12.808" v="651" actId="478"/>
          <ac:picMkLst>
            <pc:docMk/>
            <pc:sldMk cId="4123879849" sldId="278"/>
            <ac:picMk id="28" creationId="{D29F7366-7712-40D7-B0B2-4BFB6A0405BA}"/>
          </ac:picMkLst>
        </pc:picChg>
        <pc:picChg chg="del">
          <ac:chgData name="Leandre Gachet" userId="699b57a9-cf39-4118-976c-2a4cdd6e4f7d" providerId="ADAL" clId="{983992DD-5319-4431-AA05-A2CF4C6843E2}" dt="2025-09-08T11:33:15.985" v="652" actId="478"/>
          <ac:picMkLst>
            <pc:docMk/>
            <pc:sldMk cId="4123879849" sldId="278"/>
            <ac:picMk id="30" creationId="{A7D5C83D-B532-46D5-82D2-B60B024AED80}"/>
          </ac:picMkLst>
        </pc:picChg>
        <pc:picChg chg="del">
          <ac:chgData name="Leandre Gachet" userId="699b57a9-cf39-4118-976c-2a4cdd6e4f7d" providerId="ADAL" clId="{983992DD-5319-4431-AA05-A2CF4C6843E2}" dt="2025-09-08T11:33:12.808" v="651" actId="478"/>
          <ac:picMkLst>
            <pc:docMk/>
            <pc:sldMk cId="4123879849" sldId="278"/>
            <ac:picMk id="32" creationId="{5B965307-D6AD-472A-9755-6FEE7956F632}"/>
          </ac:picMkLst>
        </pc:picChg>
        <pc:picChg chg="del">
          <ac:chgData name="Leandre Gachet" userId="699b57a9-cf39-4118-976c-2a4cdd6e4f7d" providerId="ADAL" clId="{983992DD-5319-4431-AA05-A2CF4C6843E2}" dt="2025-09-08T11:33:02.827" v="648" actId="478"/>
          <ac:picMkLst>
            <pc:docMk/>
            <pc:sldMk cId="4123879849" sldId="278"/>
            <ac:picMk id="1026" creationId="{7950418D-C03C-4824-94E8-498C06B2CF03}"/>
          </ac:picMkLst>
        </pc:picChg>
        <pc:picChg chg="add mod">
          <ac:chgData name="Leandre Gachet" userId="699b57a9-cf39-4118-976c-2a4cdd6e4f7d" providerId="ADAL" clId="{983992DD-5319-4431-AA05-A2CF4C6843E2}" dt="2025-09-08T11:46:17.762" v="752" actId="14100"/>
          <ac:picMkLst>
            <pc:docMk/>
            <pc:sldMk cId="4123879849" sldId="278"/>
            <ac:picMk id="2050" creationId="{00CF6C48-9FD2-4E53-9137-234ED245BEA7}"/>
          </ac:picMkLst>
        </pc:picChg>
      </pc:sldChg>
      <pc:sldChg chg="modSp add mod">
        <pc:chgData name="Leandre Gachet" userId="699b57a9-cf39-4118-976c-2a4cdd6e4f7d" providerId="ADAL" clId="{983992DD-5319-4431-AA05-A2CF4C6843E2}" dt="2025-09-08T12:12:43.863" v="1613" actId="20577"/>
        <pc:sldMkLst>
          <pc:docMk/>
          <pc:sldMk cId="2983931783" sldId="279"/>
        </pc:sldMkLst>
        <pc:spChg chg="mod">
          <ac:chgData name="Leandre Gachet" userId="699b57a9-cf39-4118-976c-2a4cdd6e4f7d" providerId="ADAL" clId="{983992DD-5319-4431-AA05-A2CF4C6843E2}" dt="2025-09-08T12:10:51.968" v="1522" actId="20577"/>
          <ac:spMkLst>
            <pc:docMk/>
            <pc:sldMk cId="2983931783" sldId="279"/>
            <ac:spMk id="3" creationId="{589FBC09-5A84-45A9-B63B-5DEAA4BE7605}"/>
          </ac:spMkLst>
        </pc:spChg>
        <pc:spChg chg="mod">
          <ac:chgData name="Leandre Gachet" userId="699b57a9-cf39-4118-976c-2a4cdd6e4f7d" providerId="ADAL" clId="{983992DD-5319-4431-AA05-A2CF4C6843E2}" dt="2025-09-08T12:07:59.017" v="1421" actId="20577"/>
          <ac:spMkLst>
            <pc:docMk/>
            <pc:sldMk cId="2983931783" sldId="279"/>
            <ac:spMk id="4" creationId="{199A93DB-B3B6-47AF-84B6-0AE60CEEF594}"/>
          </ac:spMkLst>
        </pc:spChg>
        <pc:spChg chg="mod">
          <ac:chgData name="Leandre Gachet" userId="699b57a9-cf39-4118-976c-2a4cdd6e4f7d" providerId="ADAL" clId="{983992DD-5319-4431-AA05-A2CF4C6843E2}" dt="2025-09-08T12:09:54.134" v="1511" actId="20577"/>
          <ac:spMkLst>
            <pc:docMk/>
            <pc:sldMk cId="2983931783" sldId="279"/>
            <ac:spMk id="9" creationId="{741D6D94-B2BB-401E-AACC-F5CA79C890E0}"/>
          </ac:spMkLst>
        </pc:spChg>
        <pc:spChg chg="mod">
          <ac:chgData name="Leandre Gachet" userId="699b57a9-cf39-4118-976c-2a4cdd6e4f7d" providerId="ADAL" clId="{983992DD-5319-4431-AA05-A2CF4C6843E2}" dt="2025-09-08T12:12:43.863" v="1613" actId="20577"/>
          <ac:spMkLst>
            <pc:docMk/>
            <pc:sldMk cId="2983931783" sldId="279"/>
            <ac:spMk id="10" creationId="{446FF8FD-032B-4D36-A8A8-4808293CC3D6}"/>
          </ac:spMkLst>
        </pc:spChg>
        <pc:spChg chg="mod">
          <ac:chgData name="Leandre Gachet" userId="699b57a9-cf39-4118-976c-2a4cdd6e4f7d" providerId="ADAL" clId="{983992DD-5319-4431-AA05-A2CF4C6843E2}" dt="2025-09-08T12:10:56.016" v="1523" actId="14100"/>
          <ac:spMkLst>
            <pc:docMk/>
            <pc:sldMk cId="2983931783" sldId="279"/>
            <ac:spMk id="11" creationId="{0EF37AB9-30F5-41E6-9478-F4DEF99FA9B7}"/>
          </ac:spMkLst>
        </pc:spChg>
      </pc:sldChg>
      <pc:sldChg chg="addSp delSp modSp add">
        <pc:chgData name="Leandre Gachet" userId="699b57a9-cf39-4118-976c-2a4cdd6e4f7d" providerId="ADAL" clId="{983992DD-5319-4431-AA05-A2CF4C6843E2}" dt="2025-09-08T12:21:17.313" v="1830" actId="1076"/>
        <pc:sldMkLst>
          <pc:docMk/>
          <pc:sldMk cId="3651218508" sldId="280"/>
        </pc:sldMkLst>
        <pc:picChg chg="add mod">
          <ac:chgData name="Leandre Gachet" userId="699b57a9-cf39-4118-976c-2a4cdd6e4f7d" providerId="ADAL" clId="{983992DD-5319-4431-AA05-A2CF4C6843E2}" dt="2025-09-08T12:21:17.313" v="1830" actId="1076"/>
          <ac:picMkLst>
            <pc:docMk/>
            <pc:sldMk cId="3651218508" sldId="280"/>
            <ac:picMk id="5" creationId="{24EB5C2D-9C82-40A7-89BA-21FA4DAD1D7C}"/>
          </ac:picMkLst>
        </pc:picChg>
        <pc:picChg chg="del mod">
          <ac:chgData name="Leandre Gachet" userId="699b57a9-cf39-4118-976c-2a4cdd6e4f7d" providerId="ADAL" clId="{983992DD-5319-4431-AA05-A2CF4C6843E2}" dt="2025-09-08T11:50:53.244" v="882" actId="478"/>
          <ac:picMkLst>
            <pc:docMk/>
            <pc:sldMk cId="3651218508" sldId="280"/>
            <ac:picMk id="2050" creationId="{00CF6C48-9FD2-4E53-9137-234ED245BEA7}"/>
          </ac:picMkLst>
        </pc:picChg>
        <pc:picChg chg="add mod">
          <ac:chgData name="Leandre Gachet" userId="699b57a9-cf39-4118-976c-2a4cdd6e4f7d" providerId="ADAL" clId="{983992DD-5319-4431-AA05-A2CF4C6843E2}" dt="2025-09-08T12:21:14.948" v="1829" actId="1076"/>
          <ac:picMkLst>
            <pc:docMk/>
            <pc:sldMk cId="3651218508" sldId="280"/>
            <ac:picMk id="3074" creationId="{13901437-7C7C-4397-B77D-3F02A882FF32}"/>
          </ac:picMkLst>
        </pc:picChg>
      </pc:sldChg>
      <pc:sldChg chg="addSp delSp modSp add del">
        <pc:chgData name="Leandre Gachet" userId="699b57a9-cf39-4118-976c-2a4cdd6e4f7d" providerId="ADAL" clId="{983992DD-5319-4431-AA05-A2CF4C6843E2}" dt="2025-09-08T12:21:21.039" v="1831" actId="47"/>
        <pc:sldMkLst>
          <pc:docMk/>
          <pc:sldMk cId="792963330" sldId="281"/>
        </pc:sldMkLst>
        <pc:picChg chg="del">
          <ac:chgData name="Leandre Gachet" userId="699b57a9-cf39-4118-976c-2a4cdd6e4f7d" providerId="ADAL" clId="{983992DD-5319-4431-AA05-A2CF4C6843E2}" dt="2025-09-08T12:02:21.188" v="1031" actId="478"/>
          <ac:picMkLst>
            <pc:docMk/>
            <pc:sldMk cId="792963330" sldId="281"/>
            <ac:picMk id="3074" creationId="{13901437-7C7C-4397-B77D-3F02A882FF32}"/>
          </ac:picMkLst>
        </pc:picChg>
        <pc:picChg chg="add del mod">
          <ac:chgData name="Leandre Gachet" userId="699b57a9-cf39-4118-976c-2a4cdd6e4f7d" providerId="ADAL" clId="{983992DD-5319-4431-AA05-A2CF4C6843E2}" dt="2025-09-08T12:20:28.429" v="1803" actId="21"/>
          <ac:picMkLst>
            <pc:docMk/>
            <pc:sldMk cId="792963330" sldId="281"/>
            <ac:picMk id="4098" creationId="{FE09A303-FB2B-4B3E-B32F-5578561FC75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2FD365-8FC1-4D01-A948-217AAD7A8313}" type="datetime1">
              <a:rPr lang="fr-FR" smtClean="0"/>
              <a:t>08/09/2025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20F9FC-DF79-49E2-A94E-21EC262B9761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561340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385894B-BD9A-4ED9-A73F-5EFC8D57D3CB}" type="datetime1">
              <a:rPr lang="fr-FR" noProof="0" smtClean="0"/>
              <a:t>08/09/2025</a:t>
            </a:fld>
            <a:endParaRPr lang="fr-FR" noProof="0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60C6D3C-9EB0-4F2C-9026-3887D1CDB44E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4377631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60C6D3C-9EB0-4F2C-9026-3887D1CDB44E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3665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60C6D3C-9EB0-4F2C-9026-3887D1CDB44E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63625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60C6D3C-9EB0-4F2C-9026-3887D1CDB44E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28714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60C6D3C-9EB0-4F2C-9026-3887D1CDB44E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4148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60C6D3C-9EB0-4F2C-9026-3887D1CDB44E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371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60C6D3C-9EB0-4F2C-9026-3887D1CDB44E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16324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60C6D3C-9EB0-4F2C-9026-3887D1CDB44E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1907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60C6D3C-9EB0-4F2C-9026-3887D1CDB44E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77526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60C6D3C-9EB0-4F2C-9026-3887D1CDB44E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107553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60C6D3C-9EB0-4F2C-9026-3887D1CDB44E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6882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’image 4">
            <a:extLst>
              <a:ext uri="{FF2B5EF4-FFF2-40B4-BE49-F238E27FC236}">
                <a16:creationId xmlns:a16="http://schemas.microsoft.com/office/drawing/2014/main" id="{48D39141-3E8E-4545-90DB-291A0E5F13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75000"/>
              <a:lumOff val="25000"/>
            </a:schemeClr>
          </a:solidFill>
        </p:spPr>
        <p:txBody>
          <a:bodyPr lIns="612000" tIns="0" rtlCol="0" anchor="ctr"/>
          <a:lstStyle>
            <a:lvl1pPr marL="0" indent="0" algn="l">
              <a:lnSpc>
                <a:spcPct val="100000"/>
              </a:lnSpc>
              <a:buNone/>
              <a:defRPr sz="12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 noProof="0" dirty="0"/>
              <a:t>Glissez-déplacez votre </a:t>
            </a:r>
            <a:br>
              <a:rPr lang="fr-FR" noProof="0" dirty="0"/>
            </a:br>
            <a:r>
              <a:rPr lang="fr-FR" noProof="0" dirty="0"/>
              <a:t>Photo d’arrière-plan ici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D90A062-54B3-47F2-9D6A-5BC957520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000" y="0"/>
            <a:ext cx="9672000" cy="6857999"/>
          </a:xfrm>
          <a:solidFill>
            <a:schemeClr val="tx2">
              <a:alpha val="70000"/>
            </a:schemeClr>
          </a:solidFill>
        </p:spPr>
        <p:txBody>
          <a:bodyPr lIns="1116000" rIns="180000" rtlCol="0" anchor="ctr"/>
          <a:lstStyle>
            <a:lvl1pPr algn="l">
              <a:defRPr sz="50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5C97F3D-57FA-4E82-9EEC-E93088055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000" y="4276447"/>
            <a:ext cx="5161550" cy="620016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144000" rtlCol="0" anchor="ctr"/>
          <a:lstStyle>
            <a:lvl1pPr marL="0" indent="0" algn="l">
              <a:buNone/>
              <a:defRPr sz="2400" b="1" i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  <a:endParaRPr lang="fr-FR" noProof="0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E31775C8-C7F0-4EC5-A9C0-53AE3A0C5F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00000" y="6262080"/>
            <a:ext cx="7560000" cy="360000"/>
          </a:xfrm>
        </p:spPr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E8B0AE2-DA19-49E2-AC81-5272385D30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14234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A75689F-8B6B-4484-8064-90B4D8FB7C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7343" y="2731933"/>
            <a:ext cx="6903253" cy="3350673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576000" tIns="1872000" rIns="576000" rtlCol="0"/>
          <a:lstStyle>
            <a:lvl1pPr marL="0" indent="0">
              <a:lnSpc>
                <a:spcPts val="2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 noProof="0" dirty="0"/>
              <a:t>Décrivez votre grande idée</a:t>
            </a:r>
          </a:p>
        </p:txBody>
      </p:sp>
      <p:sp>
        <p:nvSpPr>
          <p:cNvPr id="21" name="Espace réservé d’image 20">
            <a:extLst>
              <a:ext uri="{FF2B5EF4-FFF2-40B4-BE49-F238E27FC236}">
                <a16:creationId xmlns:a16="http://schemas.microsoft.com/office/drawing/2014/main" id="{C57B9832-0120-4094-8C27-082E3533C5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012000" cy="6858000"/>
          </a:xfrm>
          <a:custGeom>
            <a:avLst/>
            <a:gdLst>
              <a:gd name="connsiteX0" fmla="*/ 0 w 12012000"/>
              <a:gd name="connsiteY0" fmla="*/ 0 h 6858000"/>
              <a:gd name="connsiteX1" fmla="*/ 8592000 w 12012000"/>
              <a:gd name="connsiteY1" fmla="*/ 0 h 6858000"/>
              <a:gd name="connsiteX2" fmla="*/ 8592000 w 12012000"/>
              <a:gd name="connsiteY2" fmla="*/ 180000 h 6858000"/>
              <a:gd name="connsiteX3" fmla="*/ 12012000 w 12012000"/>
              <a:gd name="connsiteY3" fmla="*/ 180000 h 6858000"/>
              <a:gd name="connsiteX4" fmla="*/ 12012000 w 12012000"/>
              <a:gd name="connsiteY4" fmla="*/ 6678000 h 6858000"/>
              <a:gd name="connsiteX5" fmla="*/ 8592000 w 12012000"/>
              <a:gd name="connsiteY5" fmla="*/ 6678000 h 6858000"/>
              <a:gd name="connsiteX6" fmla="*/ 8592000 w 12012000"/>
              <a:gd name="connsiteY6" fmla="*/ 6858000 h 6858000"/>
              <a:gd name="connsiteX7" fmla="*/ 0 w 1201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012000" h="6858000">
                <a:moveTo>
                  <a:pt x="0" y="0"/>
                </a:moveTo>
                <a:lnTo>
                  <a:pt x="8592000" y="0"/>
                </a:lnTo>
                <a:lnTo>
                  <a:pt x="8592000" y="180000"/>
                </a:lnTo>
                <a:lnTo>
                  <a:pt x="12012000" y="180000"/>
                </a:lnTo>
                <a:lnTo>
                  <a:pt x="12012000" y="6678000"/>
                </a:lnTo>
                <a:lnTo>
                  <a:pt x="8592000" y="6678000"/>
                </a:lnTo>
                <a:lnTo>
                  <a:pt x="8592000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0" tIns="0" rIns="612000" rtlCol="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Glissez-déplacez votre </a:t>
            </a:r>
            <a:br>
              <a:rPr lang="fr-FR" noProof="0" dirty="0"/>
            </a:br>
            <a:r>
              <a:rPr lang="fr-FR" noProof="0" dirty="0"/>
              <a:t>Photo d’arrière-plan ici</a:t>
            </a: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3999" y="6262080"/>
            <a:ext cx="6190934" cy="360000"/>
          </a:xfrm>
        </p:spPr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solidFill>
            <a:schemeClr val="tx2"/>
          </a:solidFill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EECC7194-A4D0-457B-9D3E-53681723AFF7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  <p:sp>
        <p:nvSpPr>
          <p:cNvPr id="12" name="Titre 11">
            <a:extLst>
              <a:ext uri="{FF2B5EF4-FFF2-40B4-BE49-F238E27FC236}">
                <a16:creationId xmlns:a16="http://schemas.microsoft.com/office/drawing/2014/main" id="{EAF90A48-1BFB-4A19-9A1C-2851879F9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9778" y="3096087"/>
            <a:ext cx="5455750" cy="1008000"/>
          </a:xfrm>
        </p:spPr>
        <p:txBody>
          <a:bodyPr rtlCol="0"/>
          <a:lstStyle>
            <a:lvl1pPr>
              <a:defRPr sz="40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19" name="Forme libre : Forme 18">
            <a:extLst>
              <a:ext uri="{FF2B5EF4-FFF2-40B4-BE49-F238E27FC236}">
                <a16:creationId xmlns:a16="http://schemas.microsoft.com/office/drawing/2014/main" id="{C9E79024-4B2E-43B0-8607-196181AB731F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236593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X Numéro et icô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space réservé d’image 23">
            <a:extLst>
              <a:ext uri="{FF2B5EF4-FFF2-40B4-BE49-F238E27FC236}">
                <a16:creationId xmlns:a16="http://schemas.microsoft.com/office/drawing/2014/main" id="{767CE6DD-011B-4E2D-9E8A-EFF414E39E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764000" rIns="0" rtlCol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Glissez-déplacez votre </a:t>
            </a:r>
            <a:br>
              <a:rPr lang="fr-FR" noProof="0" dirty="0"/>
            </a:br>
            <a:r>
              <a:rPr lang="fr-FR" noProof="0" dirty="0"/>
              <a:t>Photo d’arrière-plan ici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5"/>
            <a:ext cx="7560000" cy="360000"/>
          </a:xfrm>
        </p:spPr>
        <p:txBody>
          <a:bodyPr rtlCol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fr-FR" noProof="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C6E75A4B-2655-4B0E-8D3B-0068F57D3D9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9F266E5-40A6-4643-B9AC-B38F272563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rtlCol="0"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#NOMBRE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CB790CB-E4F5-4B61-A03E-1CA0C32E3F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0455" y="3799847"/>
            <a:ext cx="1999889" cy="846137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Description</a:t>
            </a:r>
          </a:p>
        </p:txBody>
      </p:sp>
      <p:sp>
        <p:nvSpPr>
          <p:cNvPr id="12" name="Espace réservé du texte 4">
            <a:extLst>
              <a:ext uri="{FF2B5EF4-FFF2-40B4-BE49-F238E27FC236}">
                <a16:creationId xmlns:a16="http://schemas.microsoft.com/office/drawing/2014/main" id="{B570684C-B743-402E-8778-A65199577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710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rtlCol="0"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#NOMBRE</a:t>
            </a:r>
          </a:p>
        </p:txBody>
      </p:sp>
      <p:sp>
        <p:nvSpPr>
          <p:cNvPr id="13" name="Espace réservé du texte 10">
            <a:extLst>
              <a:ext uri="{FF2B5EF4-FFF2-40B4-BE49-F238E27FC236}">
                <a16:creationId xmlns:a16="http://schemas.microsoft.com/office/drawing/2014/main" id="{FCEC7149-9A00-4CA4-B800-1BFD6EBEB8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97255" y="3799847"/>
            <a:ext cx="1999889" cy="846137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Description</a:t>
            </a:r>
          </a:p>
        </p:txBody>
      </p:sp>
      <p:sp>
        <p:nvSpPr>
          <p:cNvPr id="14" name="Espace réservé du texte 4">
            <a:extLst>
              <a:ext uri="{FF2B5EF4-FFF2-40B4-BE49-F238E27FC236}">
                <a16:creationId xmlns:a16="http://schemas.microsoft.com/office/drawing/2014/main" id="{0374F0E2-36BA-43B5-8799-77AA3367DF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69707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rtlCol="0"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#NOMBRE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1BA12174-6A24-4E61-8D58-B3B42C31BE1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96056" y="3799847"/>
            <a:ext cx="1999889" cy="846137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Description</a:t>
            </a:r>
          </a:p>
        </p:txBody>
      </p:sp>
      <p:sp>
        <p:nvSpPr>
          <p:cNvPr id="16" name="Espace réservé du texte 4">
            <a:extLst>
              <a:ext uri="{FF2B5EF4-FFF2-40B4-BE49-F238E27FC236}">
                <a16:creationId xmlns:a16="http://schemas.microsoft.com/office/drawing/2014/main" id="{D3A67B21-0E8B-4922-94F9-20492309C4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4613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rtlCol="0"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#NOMBRE</a:t>
            </a:r>
          </a:p>
        </p:txBody>
      </p:sp>
      <p:sp>
        <p:nvSpPr>
          <p:cNvPr id="17" name="Espace réservé du texte 10">
            <a:extLst>
              <a:ext uri="{FF2B5EF4-FFF2-40B4-BE49-F238E27FC236}">
                <a16:creationId xmlns:a16="http://schemas.microsoft.com/office/drawing/2014/main" id="{D801C20C-82D2-465E-8D45-DF1A57E045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0855" y="3799847"/>
            <a:ext cx="1999889" cy="846137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Description</a:t>
            </a:r>
          </a:p>
        </p:txBody>
      </p: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62BAD45E-2039-4F8D-9CFC-42BFA3756A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31412" y="3079573"/>
            <a:ext cx="1652587" cy="435600"/>
          </a:xfrm>
          <a:solidFill>
            <a:schemeClr val="tx2">
              <a:alpha val="70000"/>
            </a:schemeClr>
          </a:solidFill>
        </p:spPr>
        <p:txBody>
          <a:bodyPr rtlCol="0" anchor="ctr"/>
          <a:lstStyle>
            <a:lvl1pPr marL="0" indent="0" algn="ctr">
              <a:buNone/>
              <a:defRPr sz="2400" b="1" cap="all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#NOMBRE</a:t>
            </a:r>
          </a:p>
        </p:txBody>
      </p:sp>
      <p:sp>
        <p:nvSpPr>
          <p:cNvPr id="19" name="Espace réservé du texte 10">
            <a:extLst>
              <a:ext uri="{FF2B5EF4-FFF2-40B4-BE49-F238E27FC236}">
                <a16:creationId xmlns:a16="http://schemas.microsoft.com/office/drawing/2014/main" id="{64A78879-6338-4F3B-864E-8FF4E08C006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57654" y="3799847"/>
            <a:ext cx="1999889" cy="846137"/>
          </a:xfrm>
        </p:spPr>
        <p:txBody>
          <a:bodyPr rtlCol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Description</a:t>
            </a:r>
          </a:p>
        </p:txBody>
      </p:sp>
      <p:sp>
        <p:nvSpPr>
          <p:cNvPr id="22" name="Sous-titre 2">
            <a:extLst>
              <a:ext uri="{FF2B5EF4-FFF2-40B4-BE49-F238E27FC236}">
                <a16:creationId xmlns:a16="http://schemas.microsoft.com/office/drawing/2014/main" id="{80118439-B306-4F20-9200-1C429EADC7E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01000" y="5271502"/>
            <a:ext cx="1990001" cy="620016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lIns="0" rtlCol="0" anchor="ctr"/>
          <a:lstStyle>
            <a:lvl1pPr marL="0" indent="0" algn="ctr">
              <a:buNone/>
              <a:defRPr sz="2400" b="1" i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 dirty="0"/>
              <a:t>Résultat</a:t>
            </a:r>
          </a:p>
        </p:txBody>
      </p:sp>
      <p:sp>
        <p:nvSpPr>
          <p:cNvPr id="26" name="Espace réservé d’image 25">
            <a:extLst>
              <a:ext uri="{FF2B5EF4-FFF2-40B4-BE49-F238E27FC236}">
                <a16:creationId xmlns:a16="http://schemas.microsoft.com/office/drawing/2014/main" id="{99B7E7F2-DF6B-4441-B0B1-7E87E29BA3A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098550" y="2217585"/>
            <a:ext cx="823913" cy="823913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Icône</a:t>
            </a:r>
          </a:p>
        </p:txBody>
      </p:sp>
      <p:sp>
        <p:nvSpPr>
          <p:cNvPr id="27" name="Espace réservé d’image 25">
            <a:extLst>
              <a:ext uri="{FF2B5EF4-FFF2-40B4-BE49-F238E27FC236}">
                <a16:creationId xmlns:a16="http://schemas.microsoft.com/office/drawing/2014/main" id="{ED41522A-FBAF-4E5D-B592-F13855964E8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385350" y="2217585"/>
            <a:ext cx="823913" cy="823913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Icône</a:t>
            </a:r>
          </a:p>
        </p:txBody>
      </p:sp>
      <p:sp>
        <p:nvSpPr>
          <p:cNvPr id="28" name="Espace réservé d’image 25">
            <a:extLst>
              <a:ext uri="{FF2B5EF4-FFF2-40B4-BE49-F238E27FC236}">
                <a16:creationId xmlns:a16="http://schemas.microsoft.com/office/drawing/2014/main" id="{AA51069C-E1DC-44A0-A6A0-2A4AB0DD4D70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684044" y="2217585"/>
            <a:ext cx="823913" cy="823913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Icône</a:t>
            </a:r>
          </a:p>
        </p:txBody>
      </p:sp>
      <p:sp>
        <p:nvSpPr>
          <p:cNvPr id="29" name="Espace réservé d’image 25">
            <a:extLst>
              <a:ext uri="{FF2B5EF4-FFF2-40B4-BE49-F238E27FC236}">
                <a16:creationId xmlns:a16="http://schemas.microsoft.com/office/drawing/2014/main" id="{42F6437E-5478-451F-9BE3-E8160EA4351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958950" y="2217585"/>
            <a:ext cx="823913" cy="823913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Icône</a:t>
            </a:r>
          </a:p>
        </p:txBody>
      </p:sp>
      <p:sp>
        <p:nvSpPr>
          <p:cNvPr id="30" name="Espace réservé d’image 25">
            <a:extLst>
              <a:ext uri="{FF2B5EF4-FFF2-40B4-BE49-F238E27FC236}">
                <a16:creationId xmlns:a16="http://schemas.microsoft.com/office/drawing/2014/main" id="{25127DFD-53A7-41A8-B591-AEEC1203802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245749" y="2217585"/>
            <a:ext cx="823913" cy="823913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Icône</a:t>
            </a:r>
          </a:p>
        </p:txBody>
      </p:sp>
    </p:spTree>
    <p:extLst>
      <p:ext uri="{BB962C8B-B14F-4D97-AF65-F5344CB8AC3E}">
        <p14:creationId xmlns:p14="http://schemas.microsoft.com/office/powerpoint/2010/main" val="3892583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ctionnement vertical 60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F76D43D-0DDD-4BAD-8213-BDBF75C3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6118" y="4338116"/>
            <a:ext cx="10839764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8" name="Espace réservé du texte 3">
            <a:extLst>
              <a:ext uri="{FF2B5EF4-FFF2-40B4-BE49-F238E27FC236}">
                <a16:creationId xmlns:a16="http://schemas.microsoft.com/office/drawing/2014/main" id="{A6D3ACF3-E1F5-4332-9836-C8E6C46591B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43438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rtlCol="0"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BDF8FE7-66F4-4586-B49B-61E115ED2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EB5B890-F885-418C-9812-59970CAC6B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0521507-88DE-417D-8076-D9152E1E14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DFC7DDD-6F93-45F8-AFD6-95AA051FE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 rtlCol="0"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 dirty="0"/>
              <a:t>SOUS-TITRE</a:t>
            </a:r>
          </a:p>
        </p:txBody>
      </p:sp>
      <p:sp>
        <p:nvSpPr>
          <p:cNvPr id="21" name="Forme libre : Forme 20">
            <a:extLst>
              <a:ext uri="{FF2B5EF4-FFF2-40B4-BE49-F238E27FC236}">
                <a16:creationId xmlns:a16="http://schemas.microsoft.com/office/drawing/2014/main" id="{D1CD6042-5DF4-4624-BC32-25F68745304A}"/>
              </a:ext>
            </a:extLst>
          </p:cNvPr>
          <p:cNvSpPr/>
          <p:nvPr userDrawn="1"/>
        </p:nvSpPr>
        <p:spPr>
          <a:xfrm rot="5400000">
            <a:off x="8220300" y="371700"/>
            <a:ext cx="4343400" cy="3600000"/>
          </a:xfrm>
          <a:custGeom>
            <a:avLst/>
            <a:gdLst>
              <a:gd name="connsiteX0" fmla="*/ 0 w 4343400"/>
              <a:gd name="connsiteY0" fmla="*/ 3600000 h 3600000"/>
              <a:gd name="connsiteX1" fmla="*/ 0 w 4343400"/>
              <a:gd name="connsiteY1" fmla="*/ 0 h 3600000"/>
              <a:gd name="connsiteX2" fmla="*/ 180000 w 4343400"/>
              <a:gd name="connsiteY2" fmla="*/ 0 h 3600000"/>
              <a:gd name="connsiteX3" fmla="*/ 4343400 w 4343400"/>
              <a:gd name="connsiteY3" fmla="*/ 0 h 3600000"/>
              <a:gd name="connsiteX4" fmla="*/ 4343400 w 4343400"/>
              <a:gd name="connsiteY4" fmla="*/ 180000 h 3600000"/>
              <a:gd name="connsiteX5" fmla="*/ 180000 w 4343400"/>
              <a:gd name="connsiteY5" fmla="*/ 180000 h 3600000"/>
              <a:gd name="connsiteX6" fmla="*/ 180000 w 4343400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3400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4343400" y="0"/>
                </a:lnTo>
                <a:lnTo>
                  <a:pt x="43434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 dirty="0"/>
          </a:p>
        </p:txBody>
      </p:sp>
      <p:sp>
        <p:nvSpPr>
          <p:cNvPr id="19" name="Forme libre : Forme 18">
            <a:extLst>
              <a:ext uri="{FF2B5EF4-FFF2-40B4-BE49-F238E27FC236}">
                <a16:creationId xmlns:a16="http://schemas.microsoft.com/office/drawing/2014/main" id="{6294759C-286C-4281-B194-581C766EEF28}"/>
              </a:ext>
            </a:extLst>
          </p:cNvPr>
          <p:cNvSpPr/>
          <p:nvPr userDrawn="1"/>
        </p:nvSpPr>
        <p:spPr>
          <a:xfrm rot="5400000">
            <a:off x="9134700" y="3800700"/>
            <a:ext cx="2514600" cy="3600000"/>
          </a:xfrm>
          <a:custGeom>
            <a:avLst/>
            <a:gdLst>
              <a:gd name="connsiteX0" fmla="*/ 0 w 2514600"/>
              <a:gd name="connsiteY0" fmla="*/ 180000 h 3600000"/>
              <a:gd name="connsiteX1" fmla="*/ 0 w 2514600"/>
              <a:gd name="connsiteY1" fmla="*/ 0 h 3600000"/>
              <a:gd name="connsiteX2" fmla="*/ 2334600 w 2514600"/>
              <a:gd name="connsiteY2" fmla="*/ 0 h 3600000"/>
              <a:gd name="connsiteX3" fmla="*/ 2514600 w 2514600"/>
              <a:gd name="connsiteY3" fmla="*/ 0 h 3600000"/>
              <a:gd name="connsiteX4" fmla="*/ 2514600 w 2514600"/>
              <a:gd name="connsiteY4" fmla="*/ 180000 h 3600000"/>
              <a:gd name="connsiteX5" fmla="*/ 2514600 w 2514600"/>
              <a:gd name="connsiteY5" fmla="*/ 3600000 h 3600000"/>
              <a:gd name="connsiteX6" fmla="*/ 2334600 w 2514600"/>
              <a:gd name="connsiteY6" fmla="*/ 3600000 h 3600000"/>
              <a:gd name="connsiteX7" fmla="*/ 2334600 w 2514600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14600" h="3600000">
                <a:moveTo>
                  <a:pt x="0" y="180000"/>
                </a:moveTo>
                <a:lnTo>
                  <a:pt x="0" y="0"/>
                </a:lnTo>
                <a:lnTo>
                  <a:pt x="2334600" y="0"/>
                </a:lnTo>
                <a:lnTo>
                  <a:pt x="2514600" y="0"/>
                </a:lnTo>
                <a:lnTo>
                  <a:pt x="2514600" y="180000"/>
                </a:lnTo>
                <a:lnTo>
                  <a:pt x="2514600" y="3600000"/>
                </a:lnTo>
                <a:lnTo>
                  <a:pt x="2334600" y="3600000"/>
                </a:lnTo>
                <a:lnTo>
                  <a:pt x="2334600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57894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oc de contenu 6 x avec icô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’image 23">
            <a:extLst>
              <a:ext uri="{FF2B5EF4-FFF2-40B4-BE49-F238E27FC236}">
                <a16:creationId xmlns:a16="http://schemas.microsoft.com/office/drawing/2014/main" id="{E6622698-E93D-4214-8C21-38DBE58C2E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224000" rIns="0" rtlCol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Glissez-déplacez votre </a:t>
            </a:r>
            <a:br>
              <a:rPr lang="fr-FR" noProof="0" dirty="0"/>
            </a:br>
            <a:r>
              <a:rPr lang="fr-FR" noProof="0" dirty="0"/>
              <a:t>Photo d’arrière-plan ici</a:t>
            </a:r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1706BC54-FE11-4237-96CC-8DA267DB5D7C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0581" y="2186444"/>
            <a:ext cx="2812282" cy="1242556"/>
          </a:xfrm>
        </p:spPr>
        <p:txBody>
          <a:bodyPr rtlCol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Description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70581" y="1775806"/>
            <a:ext cx="2812282" cy="297888"/>
          </a:xfrm>
        </p:spPr>
        <p:txBody>
          <a:bodyPr rtlCol="0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En-tête</a:t>
            </a:r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1291" y="2186444"/>
            <a:ext cx="2812282" cy="1242556"/>
          </a:xfrm>
        </p:spPr>
        <p:txBody>
          <a:bodyPr rtlCol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Description</a:t>
            </a:r>
          </a:p>
        </p:txBody>
      </p:sp>
      <p:sp>
        <p:nvSpPr>
          <p:cNvPr id="16" name="Espace réservé du texte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31291" y="1775806"/>
            <a:ext cx="2812282" cy="297888"/>
          </a:xfrm>
        </p:spPr>
        <p:txBody>
          <a:bodyPr rtlCol="0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En-tête</a:t>
            </a:r>
          </a:p>
        </p:txBody>
      </p:sp>
      <p:sp>
        <p:nvSpPr>
          <p:cNvPr id="17" name="Espace réservé du texte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92000" y="2186444"/>
            <a:ext cx="2812282" cy="1242556"/>
          </a:xfrm>
        </p:spPr>
        <p:txBody>
          <a:bodyPr rtlCol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Description</a:t>
            </a:r>
          </a:p>
        </p:txBody>
      </p:sp>
      <p:sp>
        <p:nvSpPr>
          <p:cNvPr id="18" name="Espace réservé du texte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92000" y="1775806"/>
            <a:ext cx="2812282" cy="297888"/>
          </a:xfrm>
        </p:spPr>
        <p:txBody>
          <a:bodyPr rtlCol="0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En-tête</a:t>
            </a:r>
          </a:p>
        </p:txBody>
      </p:sp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3E6D854C-C76F-49BA-9E74-F438CA8EA9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70581" y="4335857"/>
            <a:ext cx="2812282" cy="1242556"/>
          </a:xfrm>
        </p:spPr>
        <p:txBody>
          <a:bodyPr rtlCol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Description</a:t>
            </a:r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AD447D7D-C1F4-4AD4-AE22-EB8E7F1C41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70581" y="3925219"/>
            <a:ext cx="2812282" cy="297888"/>
          </a:xfrm>
        </p:spPr>
        <p:txBody>
          <a:bodyPr rtlCol="0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En-tête</a:t>
            </a:r>
          </a:p>
        </p:txBody>
      </p:sp>
      <p:sp>
        <p:nvSpPr>
          <p:cNvPr id="21" name="Espace réservé du texte 4">
            <a:extLst>
              <a:ext uri="{FF2B5EF4-FFF2-40B4-BE49-F238E27FC236}">
                <a16:creationId xmlns:a16="http://schemas.microsoft.com/office/drawing/2014/main" id="{849DF703-38D0-4214-9432-83570E10EF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31291" y="4335857"/>
            <a:ext cx="2812282" cy="1242556"/>
          </a:xfrm>
        </p:spPr>
        <p:txBody>
          <a:bodyPr rtlCol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Description</a:t>
            </a:r>
          </a:p>
        </p:txBody>
      </p:sp>
      <p:sp>
        <p:nvSpPr>
          <p:cNvPr id="22" name="Espace réservé du texte 12">
            <a:extLst>
              <a:ext uri="{FF2B5EF4-FFF2-40B4-BE49-F238E27FC236}">
                <a16:creationId xmlns:a16="http://schemas.microsoft.com/office/drawing/2014/main" id="{F9EB6572-1A9F-4672-8E42-A4E15451CA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31291" y="3925219"/>
            <a:ext cx="2812282" cy="297888"/>
          </a:xfrm>
        </p:spPr>
        <p:txBody>
          <a:bodyPr rtlCol="0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En-tête</a:t>
            </a:r>
          </a:p>
        </p:txBody>
      </p:sp>
      <p:sp>
        <p:nvSpPr>
          <p:cNvPr id="23" name="Espace réservé du texte 4">
            <a:extLst>
              <a:ext uri="{FF2B5EF4-FFF2-40B4-BE49-F238E27FC236}">
                <a16:creationId xmlns:a16="http://schemas.microsoft.com/office/drawing/2014/main" id="{0740EB70-455C-47FF-9A9A-0D78D202ED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92000" y="4335857"/>
            <a:ext cx="2812282" cy="1242556"/>
          </a:xfrm>
        </p:spPr>
        <p:txBody>
          <a:bodyPr rtlCol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Description</a:t>
            </a:r>
          </a:p>
        </p:txBody>
      </p:sp>
      <p:sp>
        <p:nvSpPr>
          <p:cNvPr id="24" name="Espace réservé du texte 12">
            <a:extLst>
              <a:ext uri="{FF2B5EF4-FFF2-40B4-BE49-F238E27FC236}">
                <a16:creationId xmlns:a16="http://schemas.microsoft.com/office/drawing/2014/main" id="{CD9A5773-4F50-4631-9B7A-0A2D83E5DC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92000" y="3925219"/>
            <a:ext cx="2812282" cy="297888"/>
          </a:xfrm>
        </p:spPr>
        <p:txBody>
          <a:bodyPr rtlCol="0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En-tête</a:t>
            </a:r>
          </a:p>
        </p:txBody>
      </p:sp>
    </p:spTree>
    <p:extLst>
      <p:ext uri="{BB962C8B-B14F-4D97-AF65-F5344CB8AC3E}">
        <p14:creationId xmlns:p14="http://schemas.microsoft.com/office/powerpoint/2010/main" val="3875987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x Bloc de contenu avec icô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45350A6A-6F84-47F4-AE00-8295D96D08C8}"/>
              </a:ext>
            </a:extLst>
          </p:cNvPr>
          <p:cNvSpPr/>
          <p:nvPr userDrawn="1"/>
        </p:nvSpPr>
        <p:spPr>
          <a:xfrm rot="5400000">
            <a:off x="8677500" y="3343500"/>
            <a:ext cx="3429000" cy="3600000"/>
          </a:xfrm>
          <a:custGeom>
            <a:avLst/>
            <a:gdLst>
              <a:gd name="connsiteX0" fmla="*/ 0 w 3429000"/>
              <a:gd name="connsiteY0" fmla="*/ 180000 h 3600000"/>
              <a:gd name="connsiteX1" fmla="*/ 0 w 3429000"/>
              <a:gd name="connsiteY1" fmla="*/ 0 h 3600000"/>
              <a:gd name="connsiteX2" fmla="*/ 3249000 w 3429000"/>
              <a:gd name="connsiteY2" fmla="*/ 0 h 3600000"/>
              <a:gd name="connsiteX3" fmla="*/ 3429000 w 3429000"/>
              <a:gd name="connsiteY3" fmla="*/ 0 h 3600000"/>
              <a:gd name="connsiteX4" fmla="*/ 3429000 w 3429000"/>
              <a:gd name="connsiteY4" fmla="*/ 180000 h 3600000"/>
              <a:gd name="connsiteX5" fmla="*/ 3429000 w 3429000"/>
              <a:gd name="connsiteY5" fmla="*/ 3600000 h 3600000"/>
              <a:gd name="connsiteX6" fmla="*/ 3249000 w 3429000"/>
              <a:gd name="connsiteY6" fmla="*/ 3600000 h 3600000"/>
              <a:gd name="connsiteX7" fmla="*/ 3249000 w 3429000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29000" h="3600000">
                <a:moveTo>
                  <a:pt x="0" y="180000"/>
                </a:moveTo>
                <a:lnTo>
                  <a:pt x="0" y="0"/>
                </a:lnTo>
                <a:lnTo>
                  <a:pt x="3249000" y="0"/>
                </a:lnTo>
                <a:lnTo>
                  <a:pt x="3429000" y="0"/>
                </a:lnTo>
                <a:lnTo>
                  <a:pt x="3429000" y="180000"/>
                </a:lnTo>
                <a:lnTo>
                  <a:pt x="3429000" y="3600000"/>
                </a:lnTo>
                <a:lnTo>
                  <a:pt x="3249000" y="3600000"/>
                </a:lnTo>
                <a:lnTo>
                  <a:pt x="3249000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 dirty="0"/>
          </a:p>
        </p:txBody>
      </p:sp>
      <p:sp>
        <p:nvSpPr>
          <p:cNvPr id="20" name="Espace réservé du texte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34294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rtlCol="0"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2863" y="3668499"/>
            <a:ext cx="3276000" cy="2238815"/>
          </a:xfrm>
        </p:spPr>
        <p:txBody>
          <a:bodyPr lIns="108000" rtlCol="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Description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863" y="3068555"/>
            <a:ext cx="3276000" cy="360445"/>
          </a:xfrm>
          <a:solidFill>
            <a:schemeClr val="tx2"/>
          </a:solidFill>
        </p:spPr>
        <p:txBody>
          <a:bodyPr lIns="108000" rtlCol="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En-tête</a:t>
            </a:r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5432" y="3668499"/>
            <a:ext cx="3276000" cy="2238815"/>
          </a:xfrm>
        </p:spPr>
        <p:txBody>
          <a:bodyPr lIns="108000" rtlCol="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Description</a:t>
            </a:r>
          </a:p>
        </p:txBody>
      </p:sp>
      <p:sp>
        <p:nvSpPr>
          <p:cNvPr id="16" name="Espace réservé du texte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5432" y="3068555"/>
            <a:ext cx="3276000" cy="360445"/>
          </a:xfrm>
          <a:solidFill>
            <a:schemeClr val="tx2"/>
          </a:solidFill>
        </p:spPr>
        <p:txBody>
          <a:bodyPr lIns="108000" rtlCol="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En-tête</a:t>
            </a:r>
          </a:p>
        </p:txBody>
      </p:sp>
      <p:sp>
        <p:nvSpPr>
          <p:cNvPr id="17" name="Espace réservé du texte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8000" y="3668499"/>
            <a:ext cx="3276000" cy="2238815"/>
          </a:xfrm>
        </p:spPr>
        <p:txBody>
          <a:bodyPr lIns="108000" rtlCol="0"/>
          <a:lstStyle>
            <a:lvl1pPr marL="171450" indent="-171450">
              <a:buClr>
                <a:schemeClr val="accent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Description</a:t>
            </a:r>
          </a:p>
        </p:txBody>
      </p:sp>
      <p:sp>
        <p:nvSpPr>
          <p:cNvPr id="18" name="Espace réservé du texte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08000" y="3068555"/>
            <a:ext cx="3276000" cy="360445"/>
          </a:xfrm>
          <a:solidFill>
            <a:schemeClr val="tx2"/>
          </a:solidFill>
        </p:spPr>
        <p:txBody>
          <a:bodyPr lIns="108000" rtlCol="0" anchor="ctr"/>
          <a:lstStyle>
            <a:lvl1pPr marL="0" indent="0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En-tête</a:t>
            </a:r>
          </a:p>
        </p:txBody>
      </p:sp>
      <p:sp>
        <p:nvSpPr>
          <p:cNvPr id="29" name="Espace réservé d’image 25">
            <a:extLst>
              <a:ext uri="{FF2B5EF4-FFF2-40B4-BE49-F238E27FC236}">
                <a16:creationId xmlns:a16="http://schemas.microsoft.com/office/drawing/2014/main" id="{8989EC4C-4E3F-457F-8CF6-8A88DE68A93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908907" y="2005142"/>
            <a:ext cx="823913" cy="823913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Icône</a:t>
            </a:r>
          </a:p>
        </p:txBody>
      </p:sp>
      <p:sp>
        <p:nvSpPr>
          <p:cNvPr id="30" name="Espace réservé d’image 25">
            <a:extLst>
              <a:ext uri="{FF2B5EF4-FFF2-40B4-BE49-F238E27FC236}">
                <a16:creationId xmlns:a16="http://schemas.microsoft.com/office/drawing/2014/main" id="{67FB2730-3D12-4D72-AE64-AC3955C5CD9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671476" y="2005142"/>
            <a:ext cx="823913" cy="823913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Icône</a:t>
            </a:r>
          </a:p>
        </p:txBody>
      </p:sp>
      <p:sp>
        <p:nvSpPr>
          <p:cNvPr id="31" name="Espace réservé d’image 25">
            <a:extLst>
              <a:ext uri="{FF2B5EF4-FFF2-40B4-BE49-F238E27FC236}">
                <a16:creationId xmlns:a16="http://schemas.microsoft.com/office/drawing/2014/main" id="{4F2BB90C-4866-4DB3-B05C-0BB7DBFF8EA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434044" y="2005142"/>
            <a:ext cx="823913" cy="823913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Icône</a:t>
            </a:r>
          </a:p>
        </p:txBody>
      </p:sp>
      <p:sp>
        <p:nvSpPr>
          <p:cNvPr id="21" name="Espace réservé du texte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 rtlCol="0"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 dirty="0"/>
              <a:t>SOUS-TITRE</a:t>
            </a:r>
          </a:p>
        </p:txBody>
      </p: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AEA98CFA-B2A7-4BCC-B1DC-01CFAD2DD65E}"/>
              </a:ext>
            </a:extLst>
          </p:cNvPr>
          <p:cNvSpPr/>
          <p:nvPr userDrawn="1"/>
        </p:nvSpPr>
        <p:spPr>
          <a:xfrm rot="5400000">
            <a:off x="8677500" y="-85500"/>
            <a:ext cx="3429000" cy="3600000"/>
          </a:xfrm>
          <a:custGeom>
            <a:avLst/>
            <a:gdLst>
              <a:gd name="connsiteX0" fmla="*/ 0 w 3429000"/>
              <a:gd name="connsiteY0" fmla="*/ 3600000 h 3600000"/>
              <a:gd name="connsiteX1" fmla="*/ 0 w 3429000"/>
              <a:gd name="connsiteY1" fmla="*/ 0 h 3600000"/>
              <a:gd name="connsiteX2" fmla="*/ 180000 w 3429000"/>
              <a:gd name="connsiteY2" fmla="*/ 0 h 3600000"/>
              <a:gd name="connsiteX3" fmla="*/ 3429000 w 3429000"/>
              <a:gd name="connsiteY3" fmla="*/ 0 h 3600000"/>
              <a:gd name="connsiteX4" fmla="*/ 3429000 w 3429000"/>
              <a:gd name="connsiteY4" fmla="*/ 180000 h 3600000"/>
              <a:gd name="connsiteX5" fmla="*/ 180000 w 3429000"/>
              <a:gd name="connsiteY5" fmla="*/ 180000 h 3600000"/>
              <a:gd name="connsiteX6" fmla="*/ 180000 w 3429000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29000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3429000" y="0"/>
                </a:lnTo>
                <a:lnTo>
                  <a:pt x="3429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142598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sous-titre uniquement - S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rme libre : Forme 24">
            <a:extLst>
              <a:ext uri="{FF2B5EF4-FFF2-40B4-BE49-F238E27FC236}">
                <a16:creationId xmlns:a16="http://schemas.microsoft.com/office/drawing/2014/main" id="{E752CBEE-7696-40FC-AB0E-8790B179D18C}"/>
              </a:ext>
            </a:extLst>
          </p:cNvPr>
          <p:cNvSpPr/>
          <p:nvPr userDrawn="1"/>
        </p:nvSpPr>
        <p:spPr>
          <a:xfrm rot="5400000">
            <a:off x="8188485" y="2854485"/>
            <a:ext cx="4407031" cy="3600000"/>
          </a:xfrm>
          <a:custGeom>
            <a:avLst/>
            <a:gdLst>
              <a:gd name="connsiteX0" fmla="*/ 0 w 4407031"/>
              <a:gd name="connsiteY0" fmla="*/ 180000 h 3600000"/>
              <a:gd name="connsiteX1" fmla="*/ 0 w 4407031"/>
              <a:gd name="connsiteY1" fmla="*/ 0 h 3600000"/>
              <a:gd name="connsiteX2" fmla="*/ 4227031 w 4407031"/>
              <a:gd name="connsiteY2" fmla="*/ 0 h 3600000"/>
              <a:gd name="connsiteX3" fmla="*/ 4407031 w 4407031"/>
              <a:gd name="connsiteY3" fmla="*/ 0 h 3600000"/>
              <a:gd name="connsiteX4" fmla="*/ 4407031 w 4407031"/>
              <a:gd name="connsiteY4" fmla="*/ 180000 h 3600000"/>
              <a:gd name="connsiteX5" fmla="*/ 4407031 w 4407031"/>
              <a:gd name="connsiteY5" fmla="*/ 3600000 h 3600000"/>
              <a:gd name="connsiteX6" fmla="*/ 4227031 w 4407031"/>
              <a:gd name="connsiteY6" fmla="*/ 3600000 h 3600000"/>
              <a:gd name="connsiteX7" fmla="*/ 4227031 w 4407031"/>
              <a:gd name="connsiteY7" fmla="*/ 18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7031" h="3600000">
                <a:moveTo>
                  <a:pt x="0" y="180000"/>
                </a:moveTo>
                <a:lnTo>
                  <a:pt x="0" y="0"/>
                </a:lnTo>
                <a:lnTo>
                  <a:pt x="4227031" y="0"/>
                </a:lnTo>
                <a:lnTo>
                  <a:pt x="4407031" y="0"/>
                </a:lnTo>
                <a:lnTo>
                  <a:pt x="4407031" y="180000"/>
                </a:lnTo>
                <a:lnTo>
                  <a:pt x="4407031" y="3600000"/>
                </a:lnTo>
                <a:lnTo>
                  <a:pt x="4227031" y="3600000"/>
                </a:lnTo>
                <a:lnTo>
                  <a:pt x="4227031" y="180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 dirty="0"/>
          </a:p>
        </p:txBody>
      </p:sp>
      <p:sp>
        <p:nvSpPr>
          <p:cNvPr id="20" name="Espace réservé du texte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2451405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rtlCol="0"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21" name="Espace réservé du texte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 rtlCol="0"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 dirty="0"/>
              <a:t>SOUS-TITRE</a:t>
            </a: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89445125-53D2-43B3-8ABC-C88E463BE7DD}"/>
              </a:ext>
            </a:extLst>
          </p:cNvPr>
          <p:cNvSpPr/>
          <p:nvPr userDrawn="1"/>
        </p:nvSpPr>
        <p:spPr>
          <a:xfrm rot="5400000">
            <a:off x="9166516" y="-574515"/>
            <a:ext cx="2450969" cy="3600000"/>
          </a:xfrm>
          <a:custGeom>
            <a:avLst/>
            <a:gdLst>
              <a:gd name="connsiteX0" fmla="*/ 0 w 2450969"/>
              <a:gd name="connsiteY0" fmla="*/ 3600000 h 3600000"/>
              <a:gd name="connsiteX1" fmla="*/ 0 w 2450969"/>
              <a:gd name="connsiteY1" fmla="*/ 0 h 3600000"/>
              <a:gd name="connsiteX2" fmla="*/ 180000 w 2450969"/>
              <a:gd name="connsiteY2" fmla="*/ 0 h 3600000"/>
              <a:gd name="connsiteX3" fmla="*/ 2450969 w 2450969"/>
              <a:gd name="connsiteY3" fmla="*/ 0 h 3600000"/>
              <a:gd name="connsiteX4" fmla="*/ 2450969 w 2450969"/>
              <a:gd name="connsiteY4" fmla="*/ 180000 h 3600000"/>
              <a:gd name="connsiteX5" fmla="*/ 180000 w 2450969"/>
              <a:gd name="connsiteY5" fmla="*/ 180000 h 3600000"/>
              <a:gd name="connsiteX6" fmla="*/ 180000 w 2450969"/>
              <a:gd name="connsiteY6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50969" h="3600000">
                <a:moveTo>
                  <a:pt x="0" y="3600000"/>
                </a:moveTo>
                <a:lnTo>
                  <a:pt x="0" y="0"/>
                </a:lnTo>
                <a:lnTo>
                  <a:pt x="180000" y="0"/>
                </a:lnTo>
                <a:lnTo>
                  <a:pt x="2450969" y="0"/>
                </a:lnTo>
                <a:lnTo>
                  <a:pt x="2450969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gradFill>
            <a:gsLst>
              <a:gs pos="0">
                <a:schemeClr val="bg1">
                  <a:alpha val="5000"/>
                </a:schemeClr>
              </a:gs>
              <a:gs pos="100000">
                <a:schemeClr val="bg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9759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sous-titre uniquement - Photo complè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space réservé d’image 23">
            <a:extLst>
              <a:ext uri="{FF2B5EF4-FFF2-40B4-BE49-F238E27FC236}">
                <a16:creationId xmlns:a16="http://schemas.microsoft.com/office/drawing/2014/main" id="{767CE6DD-011B-4E2D-9E8A-EFF414E39E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79109"/>
            <a:ext cx="11832000" cy="6513922"/>
          </a:xfrm>
          <a:custGeom>
            <a:avLst/>
            <a:gdLst>
              <a:gd name="connsiteX0" fmla="*/ 0 w 11832000"/>
              <a:gd name="connsiteY0" fmla="*/ 0 h 6513922"/>
              <a:gd name="connsiteX1" fmla="*/ 8412000 w 11832000"/>
              <a:gd name="connsiteY1" fmla="*/ 0 h 6513922"/>
              <a:gd name="connsiteX2" fmla="*/ 8412000 w 11832000"/>
              <a:gd name="connsiteY2" fmla="*/ 891 h 6513922"/>
              <a:gd name="connsiteX3" fmla="*/ 11832000 w 11832000"/>
              <a:gd name="connsiteY3" fmla="*/ 891 h 6513922"/>
              <a:gd name="connsiteX4" fmla="*/ 11832000 w 11832000"/>
              <a:gd name="connsiteY4" fmla="*/ 6498891 h 6513922"/>
              <a:gd name="connsiteX5" fmla="*/ 8412000 w 11832000"/>
              <a:gd name="connsiteY5" fmla="*/ 6498891 h 6513922"/>
              <a:gd name="connsiteX6" fmla="*/ 8412000 w 11832000"/>
              <a:gd name="connsiteY6" fmla="*/ 6513922 h 6513922"/>
              <a:gd name="connsiteX7" fmla="*/ 0 w 11832000"/>
              <a:gd name="connsiteY7" fmla="*/ 6513922 h 6513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32000" h="6513922">
                <a:moveTo>
                  <a:pt x="0" y="0"/>
                </a:moveTo>
                <a:lnTo>
                  <a:pt x="8412000" y="0"/>
                </a:lnTo>
                <a:lnTo>
                  <a:pt x="8412000" y="891"/>
                </a:lnTo>
                <a:lnTo>
                  <a:pt x="11832000" y="891"/>
                </a:lnTo>
                <a:lnTo>
                  <a:pt x="11832000" y="6498891"/>
                </a:lnTo>
                <a:lnTo>
                  <a:pt x="8412000" y="6498891"/>
                </a:lnTo>
                <a:lnTo>
                  <a:pt x="8412000" y="6513922"/>
                </a:lnTo>
                <a:lnTo>
                  <a:pt x="0" y="651392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1764000" rIns="0" rtlCol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i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Glissez-déplacez votre </a:t>
            </a:r>
            <a:br>
              <a:rPr lang="fr-FR" noProof="0" dirty="0"/>
            </a:br>
            <a:r>
              <a:rPr lang="fr-FR" noProof="0" dirty="0"/>
              <a:t>Photo d’arrière-plan ici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5"/>
            <a:ext cx="7560000" cy="360000"/>
          </a:xfrm>
        </p:spPr>
        <p:txBody>
          <a:bodyPr rtlCol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fr-FR" noProof="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C6E75A4B-2655-4B0E-8D3B-0068F57D3D9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3" name="Espace réservé du texte 3">
            <a:extLst>
              <a:ext uri="{FF2B5EF4-FFF2-40B4-BE49-F238E27FC236}">
                <a16:creationId xmlns:a16="http://schemas.microsoft.com/office/drawing/2014/main" id="{0A18EF7D-14D0-4362-B8BD-722D3D54D4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4213" y="1405643"/>
            <a:ext cx="7559675" cy="360000"/>
          </a:xfrm>
        </p:spPr>
        <p:txBody>
          <a:bodyPr rtlCol="0"/>
          <a:lstStyle>
            <a:lvl1pPr marL="0" indent="0">
              <a:buNone/>
              <a:defRPr sz="22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2039369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sous-titre uniquement - Cla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567FF01B-795B-4F5D-87AF-6CAA8DD5D48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1" name="Espace réservé du texte 3">
            <a:extLst>
              <a:ext uri="{FF2B5EF4-FFF2-40B4-BE49-F238E27FC236}">
                <a16:creationId xmlns:a16="http://schemas.microsoft.com/office/drawing/2014/main" id="{7A3E4BF3-C44A-4FB6-B64A-05FB5AEC75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 rtlCol="0"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fr-FR" noProof="0" dirty="0"/>
              <a:t>SOUS-TITRE</a:t>
            </a: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2F32FC1-1FF6-4874-9835-EB1A90F7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83039E70-36A3-46C1-B30E-CA4CC0B36C5D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857738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É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du texte 3">
            <a:extLst>
              <a:ext uri="{FF2B5EF4-FFF2-40B4-BE49-F238E27FC236}">
                <a16:creationId xmlns:a16="http://schemas.microsoft.com/office/drawing/2014/main" id="{6A395197-9758-40F0-B747-F8B134C175EB}"/>
              </a:ext>
            </a:extLst>
          </p:cNvPr>
          <p:cNvSpPr txBox="1">
            <a:spLocks/>
          </p:cNvSpPr>
          <p:nvPr userDrawn="1"/>
        </p:nvSpPr>
        <p:spPr>
          <a:xfrm>
            <a:off x="0" y="-436"/>
            <a:ext cx="12192000" cy="6858436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rtlCol="0"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Char char="●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fr-FR" noProof="0" dirty="0"/>
          </a:p>
        </p:txBody>
      </p:sp>
      <p:sp>
        <p:nvSpPr>
          <p:cNvPr id="19" name="Forme libre : Forme 18">
            <a:extLst>
              <a:ext uri="{FF2B5EF4-FFF2-40B4-BE49-F238E27FC236}">
                <a16:creationId xmlns:a16="http://schemas.microsoft.com/office/drawing/2014/main" id="{78907576-77BD-4FD0-A9FE-48D249CB435B}"/>
              </a:ext>
            </a:extLst>
          </p:cNvPr>
          <p:cNvSpPr/>
          <p:nvPr userDrawn="1"/>
        </p:nvSpPr>
        <p:spPr>
          <a:xfrm rot="5400000">
            <a:off x="6963000" y="1629000"/>
            <a:ext cx="6858000" cy="3600000"/>
          </a:xfrm>
          <a:custGeom>
            <a:avLst/>
            <a:gdLst>
              <a:gd name="connsiteX0" fmla="*/ 0 w 6858000"/>
              <a:gd name="connsiteY0" fmla="*/ 3600000 h 3600000"/>
              <a:gd name="connsiteX1" fmla="*/ 0 w 6858000"/>
              <a:gd name="connsiteY1" fmla="*/ 0 h 3600000"/>
              <a:gd name="connsiteX2" fmla="*/ 0 w 6858000"/>
              <a:gd name="connsiteY2" fmla="*/ 0 h 3600000"/>
              <a:gd name="connsiteX3" fmla="*/ 180000 w 6858000"/>
              <a:gd name="connsiteY3" fmla="*/ 0 h 3600000"/>
              <a:gd name="connsiteX4" fmla="*/ 6678000 w 6858000"/>
              <a:gd name="connsiteY4" fmla="*/ 0 h 3600000"/>
              <a:gd name="connsiteX5" fmla="*/ 6858000 w 6858000"/>
              <a:gd name="connsiteY5" fmla="*/ 0 h 3600000"/>
              <a:gd name="connsiteX6" fmla="*/ 6858000 w 6858000"/>
              <a:gd name="connsiteY6" fmla="*/ 180000 h 3600000"/>
              <a:gd name="connsiteX7" fmla="*/ 6858000 w 6858000"/>
              <a:gd name="connsiteY7" fmla="*/ 3600000 h 3600000"/>
              <a:gd name="connsiteX8" fmla="*/ 6678000 w 6858000"/>
              <a:gd name="connsiteY8" fmla="*/ 3600000 h 3600000"/>
              <a:gd name="connsiteX9" fmla="*/ 6678000 w 6858000"/>
              <a:gd name="connsiteY9" fmla="*/ 180000 h 3600000"/>
              <a:gd name="connsiteX10" fmla="*/ 180000 w 6858000"/>
              <a:gd name="connsiteY10" fmla="*/ 180000 h 3600000"/>
              <a:gd name="connsiteX11" fmla="*/ 180000 w 6858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3600000">
                <a:moveTo>
                  <a:pt x="0" y="3600000"/>
                </a:moveTo>
                <a:lnTo>
                  <a:pt x="0" y="0"/>
                </a:lnTo>
                <a:lnTo>
                  <a:pt x="0" y="0"/>
                </a:lnTo>
                <a:lnTo>
                  <a:pt x="180000" y="0"/>
                </a:lnTo>
                <a:lnTo>
                  <a:pt x="6678000" y="0"/>
                </a:lnTo>
                <a:lnTo>
                  <a:pt x="6858000" y="0"/>
                </a:lnTo>
                <a:lnTo>
                  <a:pt x="6858000" y="180000"/>
                </a:lnTo>
                <a:lnTo>
                  <a:pt x="6858000" y="3600000"/>
                </a:lnTo>
                <a:lnTo>
                  <a:pt x="6678000" y="3600000"/>
                </a:lnTo>
                <a:lnTo>
                  <a:pt x="6678000" y="180000"/>
                </a:lnTo>
                <a:lnTo>
                  <a:pt x="180000" y="180000"/>
                </a:lnTo>
                <a:lnTo>
                  <a:pt x="180000" y="360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430C70C-09F9-40EE-9A89-ED9A5DCFD9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03794" y="3407563"/>
            <a:ext cx="2034138" cy="245885"/>
          </a:xfrm>
        </p:spPr>
        <p:txBody>
          <a:bodyPr lIns="0" rtlCol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Rôle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278D9ACA-AB64-4D04-A5E0-23AC8B81EC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03794" y="3005055"/>
            <a:ext cx="2034138" cy="360445"/>
          </a:xfrm>
          <a:solidFill>
            <a:schemeClr val="tx2"/>
          </a:solidFill>
        </p:spPr>
        <p:txBody>
          <a:bodyPr lIns="0" rtlCol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Nom complet</a:t>
            </a:r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F3B4EB62-0A18-46F9-98F0-E8FC5EBAF3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66363" y="3407563"/>
            <a:ext cx="2034138" cy="245885"/>
          </a:xfrm>
        </p:spPr>
        <p:txBody>
          <a:bodyPr lIns="0" rtlCol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Rôle</a:t>
            </a:r>
          </a:p>
        </p:txBody>
      </p:sp>
      <p:sp>
        <p:nvSpPr>
          <p:cNvPr id="16" name="Espace réservé du texte 12">
            <a:extLst>
              <a:ext uri="{FF2B5EF4-FFF2-40B4-BE49-F238E27FC236}">
                <a16:creationId xmlns:a16="http://schemas.microsoft.com/office/drawing/2014/main" id="{A3B2D4DF-9952-49C7-B850-559AD0DF27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66363" y="3005055"/>
            <a:ext cx="2034138" cy="360445"/>
          </a:xfrm>
          <a:solidFill>
            <a:schemeClr val="tx2"/>
          </a:solidFill>
        </p:spPr>
        <p:txBody>
          <a:bodyPr lIns="0" rtlCol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Nom complet</a:t>
            </a:r>
          </a:p>
        </p:txBody>
      </p:sp>
      <p:sp>
        <p:nvSpPr>
          <p:cNvPr id="17" name="Espace réservé du texte 4">
            <a:extLst>
              <a:ext uri="{FF2B5EF4-FFF2-40B4-BE49-F238E27FC236}">
                <a16:creationId xmlns:a16="http://schemas.microsoft.com/office/drawing/2014/main" id="{BCE373B8-7ADE-4DC4-9900-59147BFA16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28931" y="3407563"/>
            <a:ext cx="2034138" cy="245885"/>
          </a:xfrm>
        </p:spPr>
        <p:txBody>
          <a:bodyPr lIns="0" rtlCol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Rôle</a:t>
            </a:r>
          </a:p>
        </p:txBody>
      </p:sp>
      <p:sp>
        <p:nvSpPr>
          <p:cNvPr id="18" name="Espace réservé du texte 12">
            <a:extLst>
              <a:ext uri="{FF2B5EF4-FFF2-40B4-BE49-F238E27FC236}">
                <a16:creationId xmlns:a16="http://schemas.microsoft.com/office/drawing/2014/main" id="{28F027FF-E9AF-4E49-AC44-48D21AD761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28931" y="3005055"/>
            <a:ext cx="2034138" cy="360445"/>
          </a:xfrm>
          <a:solidFill>
            <a:schemeClr val="tx2"/>
          </a:solidFill>
        </p:spPr>
        <p:txBody>
          <a:bodyPr lIns="0" rtlCol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Nom complet</a:t>
            </a:r>
          </a:p>
        </p:txBody>
      </p:sp>
      <p:sp>
        <p:nvSpPr>
          <p:cNvPr id="29" name="Espace réservé d’image 25">
            <a:extLst>
              <a:ext uri="{FF2B5EF4-FFF2-40B4-BE49-F238E27FC236}">
                <a16:creationId xmlns:a16="http://schemas.microsoft.com/office/drawing/2014/main" id="{8989EC4C-4E3F-457F-8CF6-8A88DE68A93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867711" y="1648853"/>
            <a:ext cx="906304" cy="1206290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Icône</a:t>
            </a:r>
          </a:p>
        </p:txBody>
      </p:sp>
      <p:sp>
        <p:nvSpPr>
          <p:cNvPr id="30" name="Espace réservé d’image 25">
            <a:extLst>
              <a:ext uri="{FF2B5EF4-FFF2-40B4-BE49-F238E27FC236}">
                <a16:creationId xmlns:a16="http://schemas.microsoft.com/office/drawing/2014/main" id="{67FB2730-3D12-4D72-AE64-AC3955C5CD9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630280" y="1648853"/>
            <a:ext cx="906304" cy="1206290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Icône</a:t>
            </a:r>
          </a:p>
        </p:txBody>
      </p:sp>
      <p:sp>
        <p:nvSpPr>
          <p:cNvPr id="31" name="Espace réservé d’image 25">
            <a:extLst>
              <a:ext uri="{FF2B5EF4-FFF2-40B4-BE49-F238E27FC236}">
                <a16:creationId xmlns:a16="http://schemas.microsoft.com/office/drawing/2014/main" id="{4F2BB90C-4866-4DB3-B05C-0BB7DBFF8EA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392848" y="1648853"/>
            <a:ext cx="906304" cy="1206290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Icône</a:t>
            </a:r>
          </a:p>
        </p:txBody>
      </p:sp>
      <p:sp>
        <p:nvSpPr>
          <p:cNvPr id="22" name="Espace réservé du texte 4">
            <a:extLst>
              <a:ext uri="{FF2B5EF4-FFF2-40B4-BE49-F238E27FC236}">
                <a16:creationId xmlns:a16="http://schemas.microsoft.com/office/drawing/2014/main" id="{FE407FE5-15DF-40F7-B14C-0A04CC30CD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03794" y="5736658"/>
            <a:ext cx="2034138" cy="245885"/>
          </a:xfrm>
        </p:spPr>
        <p:txBody>
          <a:bodyPr lIns="0" rtlCol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Rôle</a:t>
            </a:r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7DD73F77-2E6A-450D-B4AF-8643D8AE1EC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03794" y="5334150"/>
            <a:ext cx="2034138" cy="360445"/>
          </a:xfrm>
          <a:solidFill>
            <a:schemeClr val="tx2"/>
          </a:solidFill>
        </p:spPr>
        <p:txBody>
          <a:bodyPr lIns="0" rtlCol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Nom complet</a:t>
            </a:r>
          </a:p>
        </p:txBody>
      </p:sp>
      <p:sp>
        <p:nvSpPr>
          <p:cNvPr id="24" name="Espace réservé du texte 4">
            <a:extLst>
              <a:ext uri="{FF2B5EF4-FFF2-40B4-BE49-F238E27FC236}">
                <a16:creationId xmlns:a16="http://schemas.microsoft.com/office/drawing/2014/main" id="{7F1CAED2-2A78-4780-A303-060C24C565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66363" y="5736658"/>
            <a:ext cx="2034138" cy="245885"/>
          </a:xfrm>
        </p:spPr>
        <p:txBody>
          <a:bodyPr lIns="0" rtlCol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Rôle</a:t>
            </a:r>
          </a:p>
        </p:txBody>
      </p:sp>
      <p:sp>
        <p:nvSpPr>
          <p:cNvPr id="27" name="Espace réservé du texte 12">
            <a:extLst>
              <a:ext uri="{FF2B5EF4-FFF2-40B4-BE49-F238E27FC236}">
                <a16:creationId xmlns:a16="http://schemas.microsoft.com/office/drawing/2014/main" id="{4E77CA0B-49F8-4EE9-84A7-AB28FD1CC1E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6363" y="5334150"/>
            <a:ext cx="2034138" cy="360445"/>
          </a:xfrm>
          <a:solidFill>
            <a:schemeClr val="tx2"/>
          </a:solidFill>
        </p:spPr>
        <p:txBody>
          <a:bodyPr lIns="0" rtlCol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Nom complet</a:t>
            </a:r>
          </a:p>
        </p:txBody>
      </p:sp>
      <p:sp>
        <p:nvSpPr>
          <p:cNvPr id="28" name="Espace réservé du texte 4">
            <a:extLst>
              <a:ext uri="{FF2B5EF4-FFF2-40B4-BE49-F238E27FC236}">
                <a16:creationId xmlns:a16="http://schemas.microsoft.com/office/drawing/2014/main" id="{5D4F2294-CE3A-4705-BCB3-C5DAFA373C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8931" y="5736658"/>
            <a:ext cx="2034138" cy="245885"/>
          </a:xfrm>
        </p:spPr>
        <p:txBody>
          <a:bodyPr lIns="0" rtlCol="0" anchor="ctr"/>
          <a:lstStyle>
            <a:lvl1pPr marL="0" indent="0" algn="ctr">
              <a:buClr>
                <a:schemeClr val="accent2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Rôle</a:t>
            </a:r>
          </a:p>
        </p:txBody>
      </p:sp>
      <p:sp>
        <p:nvSpPr>
          <p:cNvPr id="32" name="Espace réservé du texte 12">
            <a:extLst>
              <a:ext uri="{FF2B5EF4-FFF2-40B4-BE49-F238E27FC236}">
                <a16:creationId xmlns:a16="http://schemas.microsoft.com/office/drawing/2014/main" id="{7B49F9AF-7698-444D-8D12-FA0B6A713E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28931" y="5334150"/>
            <a:ext cx="2034138" cy="360445"/>
          </a:xfrm>
          <a:solidFill>
            <a:schemeClr val="tx2"/>
          </a:solidFill>
        </p:spPr>
        <p:txBody>
          <a:bodyPr lIns="0" rtlCol="0" anchor="ctr"/>
          <a:lstStyle>
            <a:lvl1pPr marL="0" indent="0" algn="ctr">
              <a:buNone/>
              <a:defRPr sz="1800" b="0" cap="none" baseline="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447675" indent="0">
              <a:buNone/>
              <a:defRPr>
                <a:solidFill>
                  <a:schemeClr val="bg1"/>
                </a:solidFill>
              </a:defRPr>
            </a:lvl3pPr>
            <a:lvl4pPr marL="628650" indent="0">
              <a:buNone/>
              <a:defRPr>
                <a:solidFill>
                  <a:schemeClr val="bg1"/>
                </a:solidFill>
              </a:defRPr>
            </a:lvl4pPr>
            <a:lvl5pPr marL="80962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 dirty="0"/>
              <a:t>Nom complet</a:t>
            </a:r>
          </a:p>
        </p:txBody>
      </p:sp>
      <p:sp>
        <p:nvSpPr>
          <p:cNvPr id="33" name="Espace réservé d’image 25">
            <a:extLst>
              <a:ext uri="{FF2B5EF4-FFF2-40B4-BE49-F238E27FC236}">
                <a16:creationId xmlns:a16="http://schemas.microsoft.com/office/drawing/2014/main" id="{6057C2E9-1501-4819-B77D-23A0268DB0F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867711" y="3977948"/>
            <a:ext cx="906304" cy="1206290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Icône</a:t>
            </a:r>
          </a:p>
        </p:txBody>
      </p:sp>
      <p:sp>
        <p:nvSpPr>
          <p:cNvPr id="34" name="Espace réservé d’image 25">
            <a:extLst>
              <a:ext uri="{FF2B5EF4-FFF2-40B4-BE49-F238E27FC236}">
                <a16:creationId xmlns:a16="http://schemas.microsoft.com/office/drawing/2014/main" id="{C77B8544-1CEE-4ED4-89E8-ED042673804D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630280" y="3977948"/>
            <a:ext cx="906304" cy="1206290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Icône</a:t>
            </a:r>
          </a:p>
        </p:txBody>
      </p:sp>
      <p:sp>
        <p:nvSpPr>
          <p:cNvPr id="35" name="Espace réservé d’image 25">
            <a:extLst>
              <a:ext uri="{FF2B5EF4-FFF2-40B4-BE49-F238E27FC236}">
                <a16:creationId xmlns:a16="http://schemas.microsoft.com/office/drawing/2014/main" id="{E1131D92-0382-469E-A358-A2EC5FDCCF3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392848" y="3977948"/>
            <a:ext cx="906304" cy="1206290"/>
          </a:xfrm>
        </p:spPr>
        <p:txBody>
          <a:bodyPr rtlCol="0" anchor="ctr"/>
          <a:lstStyle>
            <a:lvl1pPr marL="0" indent="0" algn="ctr">
              <a:buNone/>
              <a:defRPr sz="1050" i="1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/>
              <a:t>Icône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C0EBF36-B9CA-4962-B198-27B56B54E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92197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répertorié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4D42A7-FF15-4C9E-9657-33DD5BC539D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4FA555C0-B108-4047-8AFF-82E05F0734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 rtlCol="0"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fr-FR" noProof="0" dirty="0"/>
              <a:t>SOUS-TITRE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5EAA7C-AE70-48A8-B582-013424EB9C4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95500" y="1992933"/>
            <a:ext cx="9388499" cy="109537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fr-FR" noProof="0" dirty="0"/>
              <a:t>Description ici</a:t>
            </a: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  <p:sp>
        <p:nvSpPr>
          <p:cNvPr id="11" name="Espace réservé d’image 10">
            <a:extLst>
              <a:ext uri="{FF2B5EF4-FFF2-40B4-BE49-F238E27FC236}">
                <a16:creationId xmlns:a16="http://schemas.microsoft.com/office/drawing/2014/main" id="{A98EA298-DD21-4B69-8125-094245EDF7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4213" y="1992934"/>
            <a:ext cx="1095375" cy="1095375"/>
          </a:xfrm>
        </p:spPr>
        <p:txBody>
          <a:bodyPr rtlCol="0" anchor="ctr"/>
          <a:lstStyle>
            <a:lvl1pPr marL="0" indent="0" algn="ctr">
              <a:buNone/>
              <a:defRPr sz="1050" i="1"/>
            </a:lvl1pPr>
          </a:lstStyle>
          <a:p>
            <a:pPr rtl="0"/>
            <a:r>
              <a:rPr lang="fr-FR" noProof="0" dirty="0"/>
              <a:t>Emplacement</a:t>
            </a:r>
            <a:br>
              <a:rPr lang="fr-FR" noProof="0" dirty="0"/>
            </a:br>
            <a:r>
              <a:rPr lang="fr-FR" noProof="0" dirty="0"/>
              <a:t>Votre image/logo ici</a:t>
            </a:r>
          </a:p>
        </p:txBody>
      </p:sp>
      <p:sp>
        <p:nvSpPr>
          <p:cNvPr id="12" name="Espace réservé d’image 10">
            <a:extLst>
              <a:ext uri="{FF2B5EF4-FFF2-40B4-BE49-F238E27FC236}">
                <a16:creationId xmlns:a16="http://schemas.microsoft.com/office/drawing/2014/main" id="{4C93EFCC-1E62-4200-9E96-2476EE2581B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4213" y="3431134"/>
            <a:ext cx="1095375" cy="1095375"/>
          </a:xfrm>
        </p:spPr>
        <p:txBody>
          <a:bodyPr rtlCol="0" anchor="ctr"/>
          <a:lstStyle>
            <a:lvl1pPr marL="0" indent="0" algn="ctr">
              <a:buNone/>
              <a:defRPr sz="1050" i="1"/>
            </a:lvl1pPr>
          </a:lstStyle>
          <a:p>
            <a:pPr rtl="0"/>
            <a:r>
              <a:rPr lang="fr-FR" noProof="0" dirty="0"/>
              <a:t>Emplacement</a:t>
            </a:r>
            <a:br>
              <a:rPr lang="fr-FR" noProof="0" dirty="0"/>
            </a:br>
            <a:r>
              <a:rPr lang="fr-FR" noProof="0" dirty="0"/>
              <a:t>Votre image/logo ici</a:t>
            </a:r>
          </a:p>
        </p:txBody>
      </p:sp>
      <p:sp>
        <p:nvSpPr>
          <p:cNvPr id="13" name="Espace réservé d’image 10">
            <a:extLst>
              <a:ext uri="{FF2B5EF4-FFF2-40B4-BE49-F238E27FC236}">
                <a16:creationId xmlns:a16="http://schemas.microsoft.com/office/drawing/2014/main" id="{8741D874-BD81-4469-AA1C-32517FD7C37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84213" y="4869334"/>
            <a:ext cx="1095375" cy="1095375"/>
          </a:xfrm>
        </p:spPr>
        <p:txBody>
          <a:bodyPr rtlCol="0" anchor="ctr"/>
          <a:lstStyle>
            <a:lvl1pPr marL="0" indent="0" algn="ctr">
              <a:buNone/>
              <a:defRPr sz="1050" i="1"/>
            </a:lvl1pPr>
          </a:lstStyle>
          <a:p>
            <a:pPr rtl="0"/>
            <a:r>
              <a:rPr lang="fr-FR" noProof="0" dirty="0"/>
              <a:t>Emplacement</a:t>
            </a:r>
            <a:br>
              <a:rPr lang="fr-FR" noProof="0" dirty="0"/>
            </a:br>
            <a:r>
              <a:rPr lang="fr-FR" noProof="0" dirty="0"/>
              <a:t>Votre image/logo ici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CFB0B599-DDEF-43E9-A07F-FC328C595BCE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2095500" y="3422739"/>
            <a:ext cx="9388499" cy="109537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fr-FR" noProof="0" dirty="0"/>
              <a:t>Description ici</a:t>
            </a:r>
          </a:p>
        </p:txBody>
      </p: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63FF0857-6431-48DC-BE82-9A93C55CEFB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2095500" y="4867850"/>
            <a:ext cx="9388499" cy="1095375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fr-FR" noProof="0" dirty="0"/>
              <a:t>Description ici</a:t>
            </a:r>
          </a:p>
        </p:txBody>
      </p:sp>
    </p:spTree>
    <p:extLst>
      <p:ext uri="{BB962C8B-B14F-4D97-AF65-F5344CB8AC3E}">
        <p14:creationId xmlns:p14="http://schemas.microsoft.com/office/powerpoint/2010/main" val="2119471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4D42A7-FF15-4C9E-9657-33DD5BC539DA}"/>
              </a:ext>
            </a:extLst>
          </p:cNvPr>
          <p:cNvSpPr/>
          <p:nvPr userDrawn="1"/>
        </p:nvSpPr>
        <p:spPr>
          <a:xfrm>
            <a:off x="180000" y="179109"/>
            <a:ext cx="11832000" cy="65139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4FA555C0-B108-4047-8AFF-82E05F0734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405643"/>
            <a:ext cx="7559675" cy="360000"/>
          </a:xfrm>
        </p:spPr>
        <p:txBody>
          <a:bodyPr rtlCol="0"/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fr-FR" noProof="0" dirty="0"/>
              <a:t>SOUS-TITRE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797B74-E645-46F4-8F77-49AF7F0D4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5EAA7C-AE70-48A8-B582-013424EB9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A557D1A2-E2DD-4CD8-B7DB-2864D4A97E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6B08B7A-4219-4973-8C9B-BF5BCC6448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041740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’image 4">
            <a:extLst>
              <a:ext uri="{FF2B5EF4-FFF2-40B4-BE49-F238E27FC236}">
                <a16:creationId xmlns:a16="http://schemas.microsoft.com/office/drawing/2014/main" id="{48D39141-3E8E-4545-90DB-291A0E5F13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tx1">
              <a:lumMod val="75000"/>
              <a:lumOff val="25000"/>
            </a:schemeClr>
          </a:solidFill>
        </p:spPr>
        <p:txBody>
          <a:bodyPr lIns="0" tIns="0" rIns="612000" rtlCol="0" anchor="ctr"/>
          <a:lstStyle>
            <a:lvl1pPr marL="0" indent="0" algn="r">
              <a:lnSpc>
                <a:spcPct val="100000"/>
              </a:lnSpc>
              <a:buNone/>
              <a:defRPr sz="12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 noProof="0" dirty="0"/>
              <a:t>Glissez-déplacez votre </a:t>
            </a:r>
            <a:br>
              <a:rPr lang="fr-FR" noProof="0" dirty="0"/>
            </a:br>
            <a:r>
              <a:rPr lang="fr-FR" noProof="0" dirty="0"/>
              <a:t>Photo d’arrière-plan ici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D90A062-54B3-47F2-9D6A-5BC9575208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9672000" cy="6857999"/>
          </a:xfrm>
          <a:solidFill>
            <a:schemeClr val="tx2">
              <a:alpha val="70000"/>
            </a:schemeClr>
          </a:solidFill>
        </p:spPr>
        <p:txBody>
          <a:bodyPr lIns="1116000" rIns="180000" bIns="756000" rtlCol="0" anchor="ctr"/>
          <a:lstStyle>
            <a:lvl1pPr algn="l">
              <a:lnSpc>
                <a:spcPct val="65000"/>
              </a:lnSpc>
              <a:defRPr sz="88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 err="1"/>
              <a:t>Thank</a:t>
            </a:r>
            <a:r>
              <a:rPr lang="fr-FR" noProof="0" dirty="0"/>
              <a:t> </a:t>
            </a:r>
            <a:br>
              <a:rPr lang="fr-FR" noProof="0" dirty="0"/>
            </a:br>
            <a:r>
              <a:rPr lang="fr-FR" noProof="0" dirty="0"/>
              <a:t>à vous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49FD1A9-E34B-4888-90DE-493861AD75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17700" y="4508500"/>
            <a:ext cx="3314700" cy="330200"/>
          </a:xfrm>
        </p:spPr>
        <p:txBody>
          <a:bodyPr rtlCol="0" anchor="t"/>
          <a:lstStyle>
            <a:lvl1pPr marL="0" indent="0"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fr-FR" noProof="0" dirty="0"/>
              <a:t>Nom complet</a:t>
            </a:r>
          </a:p>
        </p:txBody>
      </p:sp>
      <p:sp>
        <p:nvSpPr>
          <p:cNvPr id="9" name="Espace réservé du texte 5">
            <a:extLst>
              <a:ext uri="{FF2B5EF4-FFF2-40B4-BE49-F238E27FC236}">
                <a16:creationId xmlns:a16="http://schemas.microsoft.com/office/drawing/2014/main" id="{3452AC72-D893-4C1A-83BD-9930164D89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17700" y="5180023"/>
            <a:ext cx="3314700" cy="205029"/>
          </a:xfrm>
          <a:ln>
            <a:noFill/>
          </a:ln>
        </p:spPr>
        <p:txBody>
          <a:bodyPr rtlCol="0" anchor="t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fr-FR" noProof="0" dirty="0"/>
              <a:t>E-mail</a:t>
            </a:r>
          </a:p>
        </p:txBody>
      </p:sp>
      <p:sp>
        <p:nvSpPr>
          <p:cNvPr id="10" name="Espace réservé du texte 5">
            <a:extLst>
              <a:ext uri="{FF2B5EF4-FFF2-40B4-BE49-F238E27FC236}">
                <a16:creationId xmlns:a16="http://schemas.microsoft.com/office/drawing/2014/main" id="{D2EEC149-F1BE-4C36-A789-5BF73B40A2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17700" y="5683561"/>
            <a:ext cx="3314700" cy="205029"/>
          </a:xfrm>
          <a:ln>
            <a:noFill/>
          </a:ln>
        </p:spPr>
        <p:txBody>
          <a:bodyPr rtlCol="0" anchor="t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fr-FR" noProof="0" dirty="0"/>
              <a:t>Téléphone</a:t>
            </a:r>
          </a:p>
        </p:txBody>
      </p:sp>
      <p:sp>
        <p:nvSpPr>
          <p:cNvPr id="11" name="Espace réservé du texte 5">
            <a:extLst>
              <a:ext uri="{FF2B5EF4-FFF2-40B4-BE49-F238E27FC236}">
                <a16:creationId xmlns:a16="http://schemas.microsoft.com/office/drawing/2014/main" id="{ECC256E6-6AE8-4950-838C-BE638FB479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17700" y="4821910"/>
            <a:ext cx="3314700" cy="205029"/>
          </a:xfrm>
        </p:spPr>
        <p:txBody>
          <a:bodyPr rtlCol="0" anchor="t"/>
          <a:lstStyle>
            <a:lvl1pPr marL="0" indent="0">
              <a:buNone/>
              <a:defRPr sz="1000" i="0">
                <a:solidFill>
                  <a:schemeClr val="bg1"/>
                </a:solidFill>
              </a:defRPr>
            </a:lvl1pPr>
            <a:lvl2pPr marL="266700" indent="0">
              <a:buNone/>
              <a:defRPr>
                <a:solidFill>
                  <a:schemeClr val="accent1"/>
                </a:solidFill>
              </a:defRPr>
            </a:lvl2pPr>
            <a:lvl3pPr marL="447675" indent="0">
              <a:buNone/>
              <a:defRPr>
                <a:solidFill>
                  <a:schemeClr val="accent1"/>
                </a:solidFill>
              </a:defRPr>
            </a:lvl3pPr>
            <a:lvl4pPr marL="628650" indent="0">
              <a:buNone/>
              <a:defRPr>
                <a:solidFill>
                  <a:schemeClr val="accent1"/>
                </a:solidFill>
              </a:defRPr>
            </a:lvl4pPr>
            <a:lvl5pPr marL="809625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 rtl="0"/>
            <a:r>
              <a:rPr lang="fr-FR" noProof="0" dirty="0"/>
              <a:t>FONCTION</a:t>
            </a:r>
          </a:p>
        </p:txBody>
      </p:sp>
    </p:spTree>
    <p:extLst>
      <p:ext uri="{BB962C8B-B14F-4D97-AF65-F5344CB8AC3E}">
        <p14:creationId xmlns:p14="http://schemas.microsoft.com/office/powerpoint/2010/main" val="3185791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9A5246D-ECE9-473C-953D-D56C3F7B3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00" y="808186"/>
            <a:ext cx="7560000" cy="37016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rtl="0"/>
            <a:r>
              <a:rPr lang="fr-FR" noProof="0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5D946F0-677D-45B4-83B9-FD3BD3FFC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1825625"/>
            <a:ext cx="10800000" cy="43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5" name="Espace réservé du pied de page 4">
            <a:extLst>
              <a:ext uri="{FF2B5EF4-FFF2-40B4-BE49-F238E27FC236}">
                <a16:creationId xmlns:a16="http://schemas.microsoft.com/office/drawing/2014/main" id="{1445BE21-FA72-48F5-9A53-134902BF6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000" y="6192000"/>
            <a:ext cx="7560000" cy="360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F79B29-5421-49A7-A511-D916B66A8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5764" y="6241764"/>
            <a:ext cx="270474" cy="270474"/>
          </a:xfrm>
          <a:prstGeom prst="ellipse">
            <a:avLst/>
          </a:prstGeom>
          <a:solidFill>
            <a:schemeClr val="accent1"/>
          </a:solidFill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</a:defRPr>
            </a:lvl1pPr>
          </a:lstStyle>
          <a:p>
            <a:fld id="{EECC7194-A4D0-457B-9D3E-53681723AFF7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7892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50" r:id="rId12"/>
    <p:sldLayoutId id="214748366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spc="-150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2"/>
        </a:buClr>
        <a:buFont typeface="Arial" panose="020B0604020202020204" pitchFamily="34" charset="0"/>
        <a:buChar char="●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476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accent2"/>
        </a:buClr>
        <a:buFontTx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>
            <a:lumMod val="50000"/>
            <a:lumOff val="50000"/>
          </a:schemeClr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96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Clr>
          <a:schemeClr val="tx1">
            <a:lumMod val="75000"/>
            <a:lumOff val="25000"/>
          </a:schemeClr>
        </a:buClr>
        <a:buSzPct val="80000"/>
        <a:buFont typeface="Courier New" panose="02070309020205020404" pitchFamily="49" charset="0"/>
        <a:buChar char="o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9060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Espace réservé d’image 13" descr="Médecin pointant du doigt sur un écran de grande taille">
            <a:extLst>
              <a:ext uri="{FF2B5EF4-FFF2-40B4-BE49-F238E27FC236}">
                <a16:creationId xmlns:a16="http://schemas.microsoft.com/office/drawing/2014/main" id="{8F02F647-7DBC-4618-AFF3-8CED69C5CDE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B8D8E648-93B0-47FF-A306-492EFF7FC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000" y="0"/>
            <a:ext cx="9672000" cy="5565337"/>
          </a:xfrm>
        </p:spPr>
        <p:txBody>
          <a:bodyPr rtlCol="0"/>
          <a:lstStyle/>
          <a:p>
            <a:pPr rtl="0">
              <a:lnSpc>
                <a:spcPct val="110000"/>
              </a:lnSpc>
            </a:pPr>
            <a:r>
              <a:rPr lang="fr-FR" sz="4600" dirty="0"/>
              <a:t>Analyse comparative du traitement du COVID-19 dans la presse et les publications scientifiques</a:t>
            </a:r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64857D70-F12B-4E1B-99F8-92DAD43498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9998" y="5565337"/>
            <a:ext cx="9672001" cy="1292662"/>
          </a:xfrm>
          <a:gradFill>
            <a:gsLst>
              <a:gs pos="800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rtlCol="0"/>
          <a:lstStyle/>
          <a:p>
            <a:pPr algn="ctr" rtl="0">
              <a:spcAft>
                <a:spcPts val="1800"/>
              </a:spcAft>
            </a:pPr>
            <a:r>
              <a:rPr lang="fr-FR" spc="30" dirty="0"/>
              <a:t>Nominoë THOMAS - Gaspard ICHAS - </a:t>
            </a:r>
            <a:r>
              <a:rPr lang="fr-FR" spc="30"/>
              <a:t>Léandre GACHET</a:t>
            </a:r>
            <a:endParaRPr lang="fr-FR" spc="30" dirty="0"/>
          </a:p>
          <a:p>
            <a:pPr algn="ctr" rtl="0">
              <a:spcAft>
                <a:spcPts val="1800"/>
              </a:spcAft>
            </a:pPr>
            <a:r>
              <a:rPr lang="fr-FR" spc="30" dirty="0"/>
              <a:t>8 septembre 2025</a:t>
            </a:r>
          </a:p>
        </p:txBody>
      </p:sp>
    </p:spTree>
    <p:extLst>
      <p:ext uri="{BB962C8B-B14F-4D97-AF65-F5344CB8AC3E}">
        <p14:creationId xmlns:p14="http://schemas.microsoft.com/office/powerpoint/2010/main" val="850593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Espace réservé d’image 27" descr="Femme regardant par une porte">
            <a:extLst>
              <a:ext uri="{FF2B5EF4-FFF2-40B4-BE49-F238E27FC236}">
                <a16:creationId xmlns:a16="http://schemas.microsoft.com/office/drawing/2014/main" id="{86D7D4AC-BE7B-45B9-AF4A-E2AF1B6C796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012000" cy="6858000"/>
          </a:xfrm>
        </p:spPr>
      </p:pic>
      <p:sp>
        <p:nvSpPr>
          <p:cNvPr id="15" name="Rectangle 14">
            <a:extLst>
              <a:ext uri="{FF2B5EF4-FFF2-40B4-BE49-F238E27FC236}">
                <a16:creationId xmlns:a16="http://schemas.microsoft.com/office/drawing/2014/main" id="{DD509E5E-F68C-4F2B-8EC7-432595860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69877" y="0"/>
            <a:ext cx="6058185" cy="6858000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AF7E39F-041F-4A45-A1CF-F8C269887D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7343" y="2731934"/>
            <a:ext cx="6903253" cy="3172156"/>
          </a:xfrm>
          <a:gradFill>
            <a:gsLst>
              <a:gs pos="0">
                <a:schemeClr val="tx2"/>
              </a:gs>
              <a:gs pos="100000">
                <a:schemeClr val="accent2"/>
              </a:gs>
            </a:gsLst>
            <a:lin ang="14400000" scaled="0"/>
          </a:gradFill>
        </p:spPr>
        <p:txBody>
          <a:bodyPr rtlCol="0"/>
          <a:lstStyle/>
          <a:p>
            <a:pPr rtl="0"/>
            <a:r>
              <a:rPr lang="fr-FR" sz="1500" dirty="0"/>
              <a:t>Comment la pandémie de COVID-19 a-t-elle été traitée différemment dans la presse et dans les publications scientifiques, en termes de ton, de vocabulaire, de thématiques et d’évolution au cours du temps ?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9BE4A06-2673-41EF-AF84-96B0EDEC0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0207" y="3378776"/>
            <a:ext cx="4585966" cy="759177"/>
          </a:xfrm>
        </p:spPr>
        <p:txBody>
          <a:bodyPr rtlCol="0"/>
          <a:lstStyle/>
          <a:p>
            <a:pPr rtl="0"/>
            <a:r>
              <a:rPr lang="fr-FR" dirty="0"/>
              <a:t>Problématique</a:t>
            </a:r>
          </a:p>
        </p:txBody>
      </p:sp>
      <p:sp>
        <p:nvSpPr>
          <p:cNvPr id="9" name="objet 7" descr="Rectangle beige">
            <a:extLst>
              <a:ext uri="{FF2B5EF4-FFF2-40B4-BE49-F238E27FC236}">
                <a16:creationId xmlns:a16="http://schemas.microsoft.com/office/drawing/2014/main" id="{400AB11A-4D5E-4CDE-BB60-C8578F59C3E0}"/>
              </a:ext>
            </a:extLst>
          </p:cNvPr>
          <p:cNvSpPr/>
          <p:nvPr/>
        </p:nvSpPr>
        <p:spPr bwMode="white">
          <a:xfrm>
            <a:off x="1793360" y="4332687"/>
            <a:ext cx="5040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fr-FR" dirty="0"/>
          </a:p>
        </p:txBody>
      </p:sp>
      <p:grpSp>
        <p:nvGrpSpPr>
          <p:cNvPr id="36" name="Groupe 35" descr="Icône d’ampoule">
            <a:extLst>
              <a:ext uri="{FF2B5EF4-FFF2-40B4-BE49-F238E27FC236}">
                <a16:creationId xmlns:a16="http://schemas.microsoft.com/office/drawing/2014/main" id="{840CA54E-FBB9-4848-A45D-E086AA4A5012}"/>
              </a:ext>
            </a:extLst>
          </p:cNvPr>
          <p:cNvGrpSpPr>
            <a:grpSpLocks noChangeAspect="1"/>
          </p:cNvGrpSpPr>
          <p:nvPr/>
        </p:nvGrpSpPr>
        <p:grpSpPr>
          <a:xfrm>
            <a:off x="1985345" y="3363146"/>
            <a:ext cx="362015" cy="584795"/>
            <a:chOff x="1684741" y="3186732"/>
            <a:chExt cx="530027" cy="856197"/>
          </a:xfrm>
        </p:grpSpPr>
        <p:sp>
          <p:nvSpPr>
            <p:cNvPr id="32" name="Forme libre : Forme 31">
              <a:extLst>
                <a:ext uri="{FF2B5EF4-FFF2-40B4-BE49-F238E27FC236}">
                  <a16:creationId xmlns:a16="http://schemas.microsoft.com/office/drawing/2014/main" id="{B8ABB65B-B8A5-4C0E-BE4C-E88A7BB3E8A2}"/>
                </a:ext>
              </a:extLst>
            </p:cNvPr>
            <p:cNvSpPr/>
            <p:nvPr/>
          </p:nvSpPr>
          <p:spPr>
            <a:xfrm>
              <a:off x="1817248" y="3777916"/>
              <a:ext cx="265013" cy="61157"/>
            </a:xfrm>
            <a:custGeom>
              <a:avLst/>
              <a:gdLst>
                <a:gd name="connsiteX0" fmla="*/ 30578 w 265013"/>
                <a:gd name="connsiteY0" fmla="*/ 0 h 61156"/>
                <a:gd name="connsiteX1" fmla="*/ 234435 w 265013"/>
                <a:gd name="connsiteY1" fmla="*/ 0 h 61156"/>
                <a:gd name="connsiteX2" fmla="*/ 265013 w 265013"/>
                <a:gd name="connsiteY2" fmla="*/ 30578 h 61156"/>
                <a:gd name="connsiteX3" fmla="*/ 234435 w 265013"/>
                <a:gd name="connsiteY3" fmla="*/ 61157 h 61156"/>
                <a:gd name="connsiteX4" fmla="*/ 30578 w 265013"/>
                <a:gd name="connsiteY4" fmla="*/ 61157 h 61156"/>
                <a:gd name="connsiteX5" fmla="*/ 0 w 265013"/>
                <a:gd name="connsiteY5" fmla="*/ 30578 h 61156"/>
                <a:gd name="connsiteX6" fmla="*/ 30578 w 265013"/>
                <a:gd name="connsiteY6" fmla="*/ 0 h 6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013" h="61156">
                  <a:moveTo>
                    <a:pt x="30578" y="0"/>
                  </a:moveTo>
                  <a:lnTo>
                    <a:pt x="234435" y="0"/>
                  </a:lnTo>
                  <a:cubicBezTo>
                    <a:pt x="251763" y="0"/>
                    <a:pt x="265013" y="13251"/>
                    <a:pt x="265013" y="30578"/>
                  </a:cubicBezTo>
                  <a:cubicBezTo>
                    <a:pt x="265013" y="47906"/>
                    <a:pt x="251763" y="61157"/>
                    <a:pt x="234435" y="61157"/>
                  </a:cubicBezTo>
                  <a:lnTo>
                    <a:pt x="30578" y="61157"/>
                  </a:lnTo>
                  <a:cubicBezTo>
                    <a:pt x="13251" y="61157"/>
                    <a:pt x="0" y="47906"/>
                    <a:pt x="0" y="30578"/>
                  </a:cubicBezTo>
                  <a:cubicBezTo>
                    <a:pt x="0" y="13251"/>
                    <a:pt x="13251" y="0"/>
                    <a:pt x="30578" y="0"/>
                  </a:cubicBezTo>
                  <a:close/>
                </a:path>
              </a:pathLst>
            </a:custGeom>
            <a:solidFill>
              <a:schemeClr val="accent1"/>
            </a:solidFill>
            <a:ln w="101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 dirty="0"/>
            </a:p>
          </p:txBody>
        </p:sp>
        <p:sp>
          <p:nvSpPr>
            <p:cNvPr id="33" name="Forme libre : Forme 32">
              <a:extLst>
                <a:ext uri="{FF2B5EF4-FFF2-40B4-BE49-F238E27FC236}">
                  <a16:creationId xmlns:a16="http://schemas.microsoft.com/office/drawing/2014/main" id="{D71DD07A-CE80-41D5-AEEB-65192AD34639}"/>
                </a:ext>
              </a:extLst>
            </p:cNvPr>
            <p:cNvSpPr/>
            <p:nvPr/>
          </p:nvSpPr>
          <p:spPr>
            <a:xfrm>
              <a:off x="1817248" y="3879844"/>
              <a:ext cx="265013" cy="61157"/>
            </a:xfrm>
            <a:custGeom>
              <a:avLst/>
              <a:gdLst>
                <a:gd name="connsiteX0" fmla="*/ 30578 w 265013"/>
                <a:gd name="connsiteY0" fmla="*/ 0 h 61156"/>
                <a:gd name="connsiteX1" fmla="*/ 234435 w 265013"/>
                <a:gd name="connsiteY1" fmla="*/ 0 h 61156"/>
                <a:gd name="connsiteX2" fmla="*/ 265013 w 265013"/>
                <a:gd name="connsiteY2" fmla="*/ 30578 h 61156"/>
                <a:gd name="connsiteX3" fmla="*/ 234435 w 265013"/>
                <a:gd name="connsiteY3" fmla="*/ 61157 h 61156"/>
                <a:gd name="connsiteX4" fmla="*/ 30578 w 265013"/>
                <a:gd name="connsiteY4" fmla="*/ 61157 h 61156"/>
                <a:gd name="connsiteX5" fmla="*/ 0 w 265013"/>
                <a:gd name="connsiteY5" fmla="*/ 30578 h 61156"/>
                <a:gd name="connsiteX6" fmla="*/ 30578 w 265013"/>
                <a:gd name="connsiteY6" fmla="*/ 0 h 6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013" h="61156">
                  <a:moveTo>
                    <a:pt x="30578" y="0"/>
                  </a:moveTo>
                  <a:lnTo>
                    <a:pt x="234435" y="0"/>
                  </a:lnTo>
                  <a:cubicBezTo>
                    <a:pt x="251763" y="0"/>
                    <a:pt x="265013" y="13251"/>
                    <a:pt x="265013" y="30578"/>
                  </a:cubicBezTo>
                  <a:cubicBezTo>
                    <a:pt x="265013" y="47906"/>
                    <a:pt x="251763" y="61157"/>
                    <a:pt x="234435" y="61157"/>
                  </a:cubicBezTo>
                  <a:lnTo>
                    <a:pt x="30578" y="61157"/>
                  </a:lnTo>
                  <a:cubicBezTo>
                    <a:pt x="13251" y="61157"/>
                    <a:pt x="0" y="47906"/>
                    <a:pt x="0" y="30578"/>
                  </a:cubicBezTo>
                  <a:cubicBezTo>
                    <a:pt x="0" y="13251"/>
                    <a:pt x="13251" y="0"/>
                    <a:pt x="30578" y="0"/>
                  </a:cubicBezTo>
                  <a:close/>
                </a:path>
              </a:pathLst>
            </a:custGeom>
            <a:solidFill>
              <a:schemeClr val="accent1"/>
            </a:solidFill>
            <a:ln w="101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 dirty="0"/>
            </a:p>
          </p:txBody>
        </p:sp>
        <p:sp>
          <p:nvSpPr>
            <p:cNvPr id="34" name="Forme libre : Forme 33">
              <a:extLst>
                <a:ext uri="{FF2B5EF4-FFF2-40B4-BE49-F238E27FC236}">
                  <a16:creationId xmlns:a16="http://schemas.microsoft.com/office/drawing/2014/main" id="{0522D638-DE3D-438D-8C73-954C32D8CB63}"/>
                </a:ext>
              </a:extLst>
            </p:cNvPr>
            <p:cNvSpPr/>
            <p:nvPr/>
          </p:nvSpPr>
          <p:spPr>
            <a:xfrm>
              <a:off x="1883501" y="3981772"/>
              <a:ext cx="132507" cy="61157"/>
            </a:xfrm>
            <a:custGeom>
              <a:avLst/>
              <a:gdLst>
                <a:gd name="connsiteX0" fmla="*/ 0 w 132506"/>
                <a:gd name="connsiteY0" fmla="*/ 0 h 61156"/>
                <a:gd name="connsiteX1" fmla="*/ 66253 w 132506"/>
                <a:gd name="connsiteY1" fmla="*/ 61157 h 61156"/>
                <a:gd name="connsiteX2" fmla="*/ 132507 w 132506"/>
                <a:gd name="connsiteY2" fmla="*/ 0 h 61156"/>
                <a:gd name="connsiteX3" fmla="*/ 0 w 132506"/>
                <a:gd name="connsiteY3" fmla="*/ 0 h 6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506" h="61156">
                  <a:moveTo>
                    <a:pt x="0" y="0"/>
                  </a:moveTo>
                  <a:cubicBezTo>
                    <a:pt x="3058" y="34656"/>
                    <a:pt x="31598" y="61157"/>
                    <a:pt x="66253" y="61157"/>
                  </a:cubicBezTo>
                  <a:cubicBezTo>
                    <a:pt x="100909" y="61157"/>
                    <a:pt x="129449" y="34656"/>
                    <a:pt x="13250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01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 dirty="0"/>
            </a:p>
          </p:txBody>
        </p:sp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01AB190E-B14D-440E-9910-B22D8C998B54}"/>
                </a:ext>
              </a:extLst>
            </p:cNvPr>
            <p:cNvSpPr/>
            <p:nvPr/>
          </p:nvSpPr>
          <p:spPr>
            <a:xfrm>
              <a:off x="1684741" y="3186732"/>
              <a:ext cx="530027" cy="550412"/>
            </a:xfrm>
            <a:custGeom>
              <a:avLst/>
              <a:gdLst>
                <a:gd name="connsiteX0" fmla="*/ 265013 w 530026"/>
                <a:gd name="connsiteY0" fmla="*/ 0 h 550412"/>
                <a:gd name="connsiteX1" fmla="*/ 265013 w 530026"/>
                <a:gd name="connsiteY1" fmla="*/ 0 h 550412"/>
                <a:gd name="connsiteX2" fmla="*/ 265013 w 530026"/>
                <a:gd name="connsiteY2" fmla="*/ 0 h 550412"/>
                <a:gd name="connsiteX3" fmla="*/ 0 w 530026"/>
                <a:gd name="connsiteY3" fmla="*/ 261956 h 550412"/>
                <a:gd name="connsiteX4" fmla="*/ 0 w 530026"/>
                <a:gd name="connsiteY4" fmla="*/ 271129 h 550412"/>
                <a:gd name="connsiteX5" fmla="*/ 18347 w 530026"/>
                <a:gd name="connsiteY5" fmla="*/ 362864 h 550412"/>
                <a:gd name="connsiteX6" fmla="*/ 64215 w 530026"/>
                <a:gd name="connsiteY6" fmla="*/ 438291 h 550412"/>
                <a:gd name="connsiteX7" fmla="*/ 126391 w 530026"/>
                <a:gd name="connsiteY7" fmla="*/ 539200 h 550412"/>
                <a:gd name="connsiteX8" fmla="*/ 144738 w 530026"/>
                <a:gd name="connsiteY8" fmla="*/ 550412 h 550412"/>
                <a:gd name="connsiteX9" fmla="*/ 385289 w 530026"/>
                <a:gd name="connsiteY9" fmla="*/ 550412 h 550412"/>
                <a:gd name="connsiteX10" fmla="*/ 403636 w 530026"/>
                <a:gd name="connsiteY10" fmla="*/ 539200 h 550412"/>
                <a:gd name="connsiteX11" fmla="*/ 465812 w 530026"/>
                <a:gd name="connsiteY11" fmla="*/ 438291 h 550412"/>
                <a:gd name="connsiteX12" fmla="*/ 511680 w 530026"/>
                <a:gd name="connsiteY12" fmla="*/ 362864 h 550412"/>
                <a:gd name="connsiteX13" fmla="*/ 530027 w 530026"/>
                <a:gd name="connsiteY13" fmla="*/ 271129 h 550412"/>
                <a:gd name="connsiteX14" fmla="*/ 530027 w 530026"/>
                <a:gd name="connsiteY14" fmla="*/ 261956 h 550412"/>
                <a:gd name="connsiteX15" fmla="*/ 265013 w 530026"/>
                <a:gd name="connsiteY15" fmla="*/ 0 h 550412"/>
                <a:gd name="connsiteX16" fmla="*/ 468870 w 530026"/>
                <a:gd name="connsiteY16" fmla="*/ 270110 h 550412"/>
                <a:gd name="connsiteX17" fmla="*/ 454600 w 530026"/>
                <a:gd name="connsiteY17" fmla="*/ 341460 h 550412"/>
                <a:gd name="connsiteX18" fmla="*/ 419944 w 530026"/>
                <a:gd name="connsiteY18" fmla="*/ 397520 h 550412"/>
                <a:gd name="connsiteX19" fmla="*/ 360826 w 530026"/>
                <a:gd name="connsiteY19" fmla="*/ 489256 h 550412"/>
                <a:gd name="connsiteX20" fmla="*/ 265013 w 530026"/>
                <a:gd name="connsiteY20" fmla="*/ 489256 h 550412"/>
                <a:gd name="connsiteX21" fmla="*/ 170220 w 530026"/>
                <a:gd name="connsiteY21" fmla="*/ 489256 h 550412"/>
                <a:gd name="connsiteX22" fmla="*/ 111102 w 530026"/>
                <a:gd name="connsiteY22" fmla="*/ 397520 h 550412"/>
                <a:gd name="connsiteX23" fmla="*/ 76446 w 530026"/>
                <a:gd name="connsiteY23" fmla="*/ 341460 h 550412"/>
                <a:gd name="connsiteX24" fmla="*/ 62176 w 530026"/>
                <a:gd name="connsiteY24" fmla="*/ 270110 h 550412"/>
                <a:gd name="connsiteX25" fmla="*/ 62176 w 530026"/>
                <a:gd name="connsiteY25" fmla="*/ 261956 h 550412"/>
                <a:gd name="connsiteX26" fmla="*/ 266033 w 530026"/>
                <a:gd name="connsiteY26" fmla="*/ 60138 h 550412"/>
                <a:gd name="connsiteX27" fmla="*/ 266033 w 530026"/>
                <a:gd name="connsiteY27" fmla="*/ 60138 h 550412"/>
                <a:gd name="connsiteX28" fmla="*/ 266033 w 530026"/>
                <a:gd name="connsiteY28" fmla="*/ 60138 h 550412"/>
                <a:gd name="connsiteX29" fmla="*/ 266033 w 530026"/>
                <a:gd name="connsiteY29" fmla="*/ 60138 h 550412"/>
                <a:gd name="connsiteX30" fmla="*/ 266033 w 530026"/>
                <a:gd name="connsiteY30" fmla="*/ 60138 h 550412"/>
                <a:gd name="connsiteX31" fmla="*/ 266033 w 530026"/>
                <a:gd name="connsiteY31" fmla="*/ 60138 h 550412"/>
                <a:gd name="connsiteX32" fmla="*/ 266033 w 530026"/>
                <a:gd name="connsiteY32" fmla="*/ 60138 h 550412"/>
                <a:gd name="connsiteX33" fmla="*/ 469889 w 530026"/>
                <a:gd name="connsiteY33" fmla="*/ 261956 h 550412"/>
                <a:gd name="connsiteX34" fmla="*/ 469889 w 530026"/>
                <a:gd name="connsiteY34" fmla="*/ 270110 h 550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30026" h="550412">
                  <a:moveTo>
                    <a:pt x="265013" y="0"/>
                  </a:moveTo>
                  <a:cubicBezTo>
                    <a:pt x="265013" y="0"/>
                    <a:pt x="265013" y="0"/>
                    <a:pt x="265013" y="0"/>
                  </a:cubicBezTo>
                  <a:cubicBezTo>
                    <a:pt x="265013" y="0"/>
                    <a:pt x="265013" y="0"/>
                    <a:pt x="265013" y="0"/>
                  </a:cubicBezTo>
                  <a:cubicBezTo>
                    <a:pt x="120275" y="1019"/>
                    <a:pt x="3058" y="117217"/>
                    <a:pt x="0" y="261956"/>
                  </a:cubicBezTo>
                  <a:lnTo>
                    <a:pt x="0" y="271129"/>
                  </a:lnTo>
                  <a:cubicBezTo>
                    <a:pt x="1019" y="302727"/>
                    <a:pt x="7135" y="333305"/>
                    <a:pt x="18347" y="362864"/>
                  </a:cubicBezTo>
                  <a:cubicBezTo>
                    <a:pt x="29559" y="390385"/>
                    <a:pt x="44848" y="415867"/>
                    <a:pt x="64215" y="438291"/>
                  </a:cubicBezTo>
                  <a:cubicBezTo>
                    <a:pt x="88678" y="464793"/>
                    <a:pt x="115179" y="516776"/>
                    <a:pt x="126391" y="539200"/>
                  </a:cubicBezTo>
                  <a:cubicBezTo>
                    <a:pt x="129449" y="546335"/>
                    <a:pt x="136584" y="550412"/>
                    <a:pt x="144738" y="550412"/>
                  </a:cubicBezTo>
                  <a:lnTo>
                    <a:pt x="385289" y="550412"/>
                  </a:lnTo>
                  <a:cubicBezTo>
                    <a:pt x="393443" y="550412"/>
                    <a:pt x="400578" y="546335"/>
                    <a:pt x="403636" y="539200"/>
                  </a:cubicBezTo>
                  <a:cubicBezTo>
                    <a:pt x="414848" y="516776"/>
                    <a:pt x="441349" y="464793"/>
                    <a:pt x="465812" y="438291"/>
                  </a:cubicBezTo>
                  <a:cubicBezTo>
                    <a:pt x="485178" y="415867"/>
                    <a:pt x="501487" y="390385"/>
                    <a:pt x="511680" y="362864"/>
                  </a:cubicBezTo>
                  <a:cubicBezTo>
                    <a:pt x="522892" y="333305"/>
                    <a:pt x="529008" y="302727"/>
                    <a:pt x="530027" y="271129"/>
                  </a:cubicBezTo>
                  <a:lnTo>
                    <a:pt x="530027" y="261956"/>
                  </a:lnTo>
                  <a:cubicBezTo>
                    <a:pt x="526969" y="117217"/>
                    <a:pt x="409752" y="1019"/>
                    <a:pt x="265013" y="0"/>
                  </a:cubicBezTo>
                  <a:close/>
                  <a:moveTo>
                    <a:pt x="468870" y="270110"/>
                  </a:moveTo>
                  <a:cubicBezTo>
                    <a:pt x="467851" y="294573"/>
                    <a:pt x="462754" y="319035"/>
                    <a:pt x="454600" y="341460"/>
                  </a:cubicBezTo>
                  <a:cubicBezTo>
                    <a:pt x="446446" y="361845"/>
                    <a:pt x="435234" y="381212"/>
                    <a:pt x="419944" y="397520"/>
                  </a:cubicBezTo>
                  <a:cubicBezTo>
                    <a:pt x="396501" y="426060"/>
                    <a:pt x="376115" y="456638"/>
                    <a:pt x="360826" y="489256"/>
                  </a:cubicBezTo>
                  <a:lnTo>
                    <a:pt x="265013" y="489256"/>
                  </a:lnTo>
                  <a:lnTo>
                    <a:pt x="170220" y="489256"/>
                  </a:lnTo>
                  <a:cubicBezTo>
                    <a:pt x="153912" y="456638"/>
                    <a:pt x="133526" y="426060"/>
                    <a:pt x="111102" y="397520"/>
                  </a:cubicBezTo>
                  <a:cubicBezTo>
                    <a:pt x="96832" y="381212"/>
                    <a:pt x="84600" y="361845"/>
                    <a:pt x="76446" y="341460"/>
                  </a:cubicBezTo>
                  <a:cubicBezTo>
                    <a:pt x="67273" y="319035"/>
                    <a:pt x="63196" y="294573"/>
                    <a:pt x="62176" y="270110"/>
                  </a:cubicBezTo>
                  <a:lnTo>
                    <a:pt x="62176" y="261956"/>
                  </a:lnTo>
                  <a:cubicBezTo>
                    <a:pt x="64215" y="150854"/>
                    <a:pt x="154931" y="61157"/>
                    <a:pt x="266033" y="60138"/>
                  </a:cubicBezTo>
                  <a:lnTo>
                    <a:pt x="266033" y="60138"/>
                  </a:lnTo>
                  <a:lnTo>
                    <a:pt x="266033" y="60138"/>
                  </a:lnTo>
                  <a:cubicBezTo>
                    <a:pt x="266033" y="60138"/>
                    <a:pt x="266033" y="60138"/>
                    <a:pt x="266033" y="60138"/>
                  </a:cubicBezTo>
                  <a:cubicBezTo>
                    <a:pt x="266033" y="60138"/>
                    <a:pt x="266033" y="60138"/>
                    <a:pt x="266033" y="60138"/>
                  </a:cubicBezTo>
                  <a:lnTo>
                    <a:pt x="266033" y="60138"/>
                  </a:lnTo>
                  <a:lnTo>
                    <a:pt x="266033" y="60138"/>
                  </a:lnTo>
                  <a:cubicBezTo>
                    <a:pt x="377134" y="61157"/>
                    <a:pt x="467851" y="149835"/>
                    <a:pt x="469889" y="261956"/>
                  </a:cubicBezTo>
                  <a:lnTo>
                    <a:pt x="469889" y="270110"/>
                  </a:lnTo>
                  <a:close/>
                </a:path>
              </a:pathLst>
            </a:custGeom>
            <a:solidFill>
              <a:schemeClr val="accent1"/>
            </a:solidFill>
            <a:ln w="101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fr-FR" dirty="0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C3FC51DE-D10A-4DE8-A7E3-22FA2E4FC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69877" y="5904087"/>
            <a:ext cx="6058183" cy="45719"/>
          </a:xfrm>
          <a:prstGeom prst="rect">
            <a:avLst/>
          </a:prstGeom>
          <a:solidFill>
            <a:schemeClr val="tx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52" name="Espace réservé du numéro de diapositive 51">
            <a:extLst>
              <a:ext uri="{FF2B5EF4-FFF2-40B4-BE49-F238E27FC236}">
                <a16:creationId xmlns:a16="http://schemas.microsoft.com/office/drawing/2014/main" id="{947A81F6-261F-44F4-B660-7BD323AE29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fr-FR" sz="1000" smtClean="0"/>
              <a:pPr/>
              <a:t>2</a:t>
            </a:fld>
            <a:endParaRPr lang="fr-FR" sz="1000" dirty="0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8CDC0198-E919-4071-9C4B-5B3D19A46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713143" y="3198674"/>
            <a:ext cx="906419" cy="906419"/>
            <a:chOff x="5482999" y="1607028"/>
            <a:chExt cx="1200866" cy="1200866"/>
          </a:xfrm>
        </p:grpSpPr>
        <p:sp>
          <p:nvSpPr>
            <p:cNvPr id="16" name="Rectangle 15">
              <a:extLst>
                <a:ext uri="{FF2B5EF4-FFF2-40B4-BE49-F238E27FC236}">
                  <a16:creationId xmlns:a16="http://schemas.microsoft.com/office/drawing/2014/main" id="{667DDF34-4085-4945-A320-585AC8EBAAF2}"/>
                </a:ext>
              </a:extLst>
            </p:cNvPr>
            <p:cNvSpPr/>
            <p:nvPr/>
          </p:nvSpPr>
          <p:spPr>
            <a:xfrm>
              <a:off x="5587207" y="1711236"/>
              <a:ext cx="992451" cy="992451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521D40-9109-4214-B458-FAB53B1DA80D}"/>
                </a:ext>
              </a:extLst>
            </p:cNvPr>
            <p:cNvSpPr/>
            <p:nvPr/>
          </p:nvSpPr>
          <p:spPr>
            <a:xfrm>
              <a:off x="5482999" y="1607028"/>
              <a:ext cx="1200866" cy="1200866"/>
            </a:xfrm>
            <a:prstGeom prst="rect">
              <a:avLst/>
            </a:prstGeom>
            <a:noFill/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3043203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89FBC09-5A84-45A9-B63B-5DEAA4BE7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/>
              <a:t>Plan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99A93DB-B3B6-47AF-84B6-0AE60CEEF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426" y="2755893"/>
            <a:ext cx="7905148" cy="2266250"/>
          </a:xfrm>
        </p:spPr>
        <p:txBody>
          <a:bodyPr rtlCol="0"/>
          <a:lstStyle/>
          <a:p>
            <a:pPr rtl="0"/>
            <a:r>
              <a:rPr lang="fr-FR" sz="2400" b="1" noProof="1">
                <a:solidFill>
                  <a:schemeClr val="accent2"/>
                </a:solidFill>
                <a:latin typeface="+mj-lt"/>
              </a:rPr>
              <a:t>Mettre en perspective un échantillon d’articles de presse et un échantillon d’articles scientifiques :</a:t>
            </a:r>
          </a:p>
          <a:p>
            <a:pPr marL="733425" lvl="1" indent="-285750">
              <a:buFontTx/>
              <a:buChar char="-"/>
            </a:pPr>
            <a:r>
              <a:rPr lang="fr-FR" sz="2400" b="1" noProof="1">
                <a:solidFill>
                  <a:schemeClr val="accent2"/>
                </a:solidFill>
                <a:latin typeface="+mj-lt"/>
              </a:rPr>
              <a:t>en comparant le sentiment dans le temps</a:t>
            </a:r>
          </a:p>
          <a:p>
            <a:pPr marL="733425" lvl="1" indent="-285750">
              <a:buFontTx/>
              <a:buChar char="-"/>
            </a:pPr>
            <a:r>
              <a:rPr lang="fr-FR" sz="2400" b="1" noProof="1">
                <a:solidFill>
                  <a:schemeClr val="accent2"/>
                </a:solidFill>
                <a:latin typeface="+mj-lt"/>
              </a:rPr>
              <a:t>en analysant la distance sémantique </a:t>
            </a:r>
          </a:p>
          <a:p>
            <a:pPr marL="285750" indent="-285750" rtl="0">
              <a:buFontTx/>
              <a:buChar char="-"/>
            </a:pPr>
            <a:endParaRPr lang="fr-FR" sz="1800" b="1" noProof="1">
              <a:solidFill>
                <a:schemeClr val="accent2"/>
              </a:solidFill>
              <a:latin typeface="+mj-lt"/>
            </a:endParaRPr>
          </a:p>
          <a:p>
            <a:pPr marL="171450" indent="-171450" rtl="0">
              <a:buFontTx/>
              <a:buChar char="-"/>
            </a:pPr>
            <a:endParaRPr lang="fr-FR" sz="1800" dirty="0"/>
          </a:p>
          <a:p>
            <a:pPr rtl="0"/>
            <a:endParaRPr lang="fr-FR" sz="18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927B38-2109-4A32-9B61-7046301BA0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fr-FR" sz="1000" smtClean="0"/>
              <a:pPr rtl="0"/>
              <a:t>3</a:t>
            </a:fld>
            <a:endParaRPr lang="fr-FR" sz="1000" dirty="0"/>
          </a:p>
        </p:txBody>
      </p:sp>
      <p:sp>
        <p:nvSpPr>
          <p:cNvPr id="11" name="objet 7" descr="Rectangle beige">
            <a:extLst>
              <a:ext uri="{FF2B5EF4-FFF2-40B4-BE49-F238E27FC236}">
                <a16:creationId xmlns:a16="http://schemas.microsoft.com/office/drawing/2014/main" id="{0EF37AB9-30F5-41E6-9478-F4DEF99FA9B7}"/>
              </a:ext>
            </a:extLst>
          </p:cNvPr>
          <p:cNvSpPr/>
          <p:nvPr/>
        </p:nvSpPr>
        <p:spPr bwMode="white">
          <a:xfrm flipV="1">
            <a:off x="722099" y="1277068"/>
            <a:ext cx="4824000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2536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89FBC09-5A84-45A9-B63B-5DEAA4BE7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/>
              <a:t>Sources de données et modèles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99A93DB-B3B6-47AF-84B6-0AE60CEEF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500" y="1992933"/>
            <a:ext cx="6374732" cy="1095375"/>
          </a:xfrm>
        </p:spPr>
        <p:txBody>
          <a:bodyPr rtlCol="0"/>
          <a:lstStyle/>
          <a:p>
            <a:pPr rtl="0"/>
            <a:r>
              <a:rPr lang="fr-FR" b="1" noProof="1">
                <a:solidFill>
                  <a:schemeClr val="accent2"/>
                </a:solidFill>
                <a:latin typeface="+mj-lt"/>
              </a:rPr>
              <a:t>Articles scientifiques :</a:t>
            </a:r>
          </a:p>
          <a:p>
            <a:pPr rtl="0"/>
            <a:r>
              <a:rPr lang="fr-FR" sz="1200" dirty="0"/>
              <a:t>Plus de 150 000 articles depuis la base « COVID-19 </a:t>
            </a:r>
            <a:r>
              <a:rPr lang="fr-FR" sz="1200" dirty="0" err="1"/>
              <a:t>Research</a:t>
            </a:r>
            <a:r>
              <a:rPr lang="fr-FR" sz="1200" dirty="0"/>
              <a:t> Papers </a:t>
            </a:r>
            <a:r>
              <a:rPr lang="fr-FR" sz="1200" dirty="0" err="1"/>
              <a:t>Dataset</a:t>
            </a:r>
            <a:r>
              <a:rPr lang="fr-FR" sz="1200" dirty="0"/>
              <a:t> » de PubMed sur </a:t>
            </a:r>
            <a:r>
              <a:rPr lang="fr-FR" sz="1200" dirty="0" err="1"/>
              <a:t>Kaggle</a:t>
            </a:r>
            <a:r>
              <a:rPr lang="fr-FR" sz="1200" dirty="0"/>
              <a:t> </a:t>
            </a:r>
          </a:p>
          <a:p>
            <a:pPr rtl="0"/>
            <a:endParaRPr lang="fr-FR" sz="12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927B38-2109-4A32-9B61-7046301BA0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fr-FR" sz="1000" smtClean="0"/>
              <a:pPr rtl="0"/>
              <a:t>4</a:t>
            </a:fld>
            <a:endParaRPr lang="fr-FR" sz="1000" dirty="0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741D6D94-B2BB-401E-AACC-F5CA79C890E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2095500" y="3422739"/>
            <a:ext cx="5038725" cy="1095375"/>
          </a:xfrm>
        </p:spPr>
        <p:txBody>
          <a:bodyPr rtlCol="0"/>
          <a:lstStyle/>
          <a:p>
            <a:pPr rtl="0"/>
            <a:r>
              <a:rPr lang="fr-FR" b="1" noProof="1">
                <a:solidFill>
                  <a:schemeClr val="accent2"/>
                </a:solidFill>
                <a:latin typeface="+mj-lt"/>
              </a:rPr>
              <a:t>Articles de presse :</a:t>
            </a:r>
          </a:p>
          <a:p>
            <a:pPr rtl="0"/>
            <a:r>
              <a:rPr lang="fr-FR" sz="1200" dirty="0"/>
              <a:t>Environ 7 000 articles depuis une base de la CBC</a:t>
            </a:r>
          </a:p>
          <a:p>
            <a:pPr rtl="0"/>
            <a:endParaRPr lang="fr-FR" sz="1200" dirty="0"/>
          </a:p>
          <a:p>
            <a:pPr rtl="0"/>
            <a:endParaRPr lang="fr-FR" sz="1200" dirty="0"/>
          </a:p>
          <a:p>
            <a:pPr rtl="0"/>
            <a:endParaRPr lang="fr-FR" sz="1200" dirty="0"/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446FF8FD-032B-4D36-A8A8-4808293CC3D6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095500" y="4867850"/>
            <a:ext cx="5038725" cy="1095375"/>
          </a:xfrm>
        </p:spPr>
        <p:txBody>
          <a:bodyPr rtlCol="0"/>
          <a:lstStyle/>
          <a:p>
            <a:pPr rtl="0"/>
            <a:r>
              <a:rPr lang="fr-FR" b="1" noProof="1">
                <a:solidFill>
                  <a:schemeClr val="accent2"/>
                </a:solidFill>
                <a:latin typeface="+mj-lt"/>
              </a:rPr>
              <a:t>Modèle d’embedding :</a:t>
            </a:r>
          </a:p>
          <a:p>
            <a:pPr rtl="0"/>
            <a:r>
              <a:rPr lang="fr-FR" sz="1200" dirty="0"/>
              <a:t>« all-MiniLM-L6-v2 » depuis </a:t>
            </a:r>
            <a:r>
              <a:rPr lang="fr-FR" sz="1200" dirty="0" err="1"/>
              <a:t>Hugging</a:t>
            </a:r>
            <a:r>
              <a:rPr lang="fr-FR" sz="1200" dirty="0"/>
              <a:t> Face</a:t>
            </a:r>
          </a:p>
          <a:p>
            <a:pPr rtl="0"/>
            <a:endParaRPr lang="fr-FR" sz="1200" dirty="0"/>
          </a:p>
          <a:p>
            <a:pPr rtl="0"/>
            <a:endParaRPr lang="fr-FR" sz="1200" dirty="0"/>
          </a:p>
        </p:txBody>
      </p:sp>
      <p:sp>
        <p:nvSpPr>
          <p:cNvPr id="11" name="objet 7" descr="Rectangle beige">
            <a:extLst>
              <a:ext uri="{FF2B5EF4-FFF2-40B4-BE49-F238E27FC236}">
                <a16:creationId xmlns:a16="http://schemas.microsoft.com/office/drawing/2014/main" id="{0EF37AB9-30F5-41E6-9478-F4DEF99FA9B7}"/>
              </a:ext>
            </a:extLst>
          </p:cNvPr>
          <p:cNvSpPr/>
          <p:nvPr/>
        </p:nvSpPr>
        <p:spPr bwMode="white">
          <a:xfrm flipV="1">
            <a:off x="722099" y="1277067"/>
            <a:ext cx="7257244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3931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89FBC09-5A84-45A9-B63B-5DEAA4BE7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/>
              <a:t>Pré-traitement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99A93DB-B3B6-47AF-84B6-0AE60CEEF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500" y="1992933"/>
            <a:ext cx="5038725" cy="1095375"/>
          </a:xfrm>
        </p:spPr>
        <p:txBody>
          <a:bodyPr rtlCol="0"/>
          <a:lstStyle/>
          <a:p>
            <a:pPr marL="285750" indent="-285750">
              <a:buFontTx/>
              <a:buChar char="-"/>
            </a:pPr>
            <a:r>
              <a:rPr lang="fr-FR" b="1" noProof="1">
                <a:solidFill>
                  <a:schemeClr val="accent2"/>
                </a:solidFill>
                <a:latin typeface="+mj-lt"/>
              </a:rPr>
              <a:t>Rassembler les articles par un agrégat temporel : par mois et par semaine</a:t>
            </a:r>
          </a:p>
          <a:p>
            <a:pPr marL="285750" indent="-285750">
              <a:buFontTx/>
              <a:buChar char="-"/>
            </a:pPr>
            <a:r>
              <a:rPr lang="fr-FR" b="1" dirty="0">
                <a:solidFill>
                  <a:schemeClr val="accent2"/>
                </a:solidFill>
                <a:latin typeface="+mj-lt"/>
              </a:rPr>
              <a:t>Supprimer les caractères problématiques</a:t>
            </a:r>
          </a:p>
          <a:p>
            <a:pPr marL="285750" indent="-285750">
              <a:buFontTx/>
              <a:buChar char="-"/>
            </a:pPr>
            <a:r>
              <a:rPr lang="fr-FR" b="1" dirty="0">
                <a:solidFill>
                  <a:schemeClr val="accent2"/>
                </a:solidFill>
                <a:latin typeface="+mj-lt"/>
              </a:rPr>
              <a:t>Normaliser les espaces</a:t>
            </a:r>
          </a:p>
          <a:p>
            <a:pPr marL="285750" indent="-285750">
              <a:buFontTx/>
              <a:buChar char="-"/>
            </a:pPr>
            <a:r>
              <a:rPr lang="fr-FR" b="1" dirty="0">
                <a:solidFill>
                  <a:schemeClr val="accent2"/>
                </a:solidFill>
                <a:latin typeface="+mj-lt"/>
              </a:rPr>
              <a:t>Supprimer les mots de liaison</a:t>
            </a:r>
          </a:p>
          <a:p>
            <a:pPr marL="285750" indent="-285750">
              <a:buFontTx/>
              <a:buChar char="-"/>
            </a:pPr>
            <a:r>
              <a:rPr lang="fr-FR" b="1" dirty="0">
                <a:solidFill>
                  <a:schemeClr val="accent2"/>
                </a:solidFill>
                <a:latin typeface="+mj-lt"/>
              </a:rPr>
              <a:t>…</a:t>
            </a:r>
          </a:p>
          <a:p>
            <a:pPr rtl="0"/>
            <a:endParaRPr lang="fr-FR" sz="120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927B38-2109-4A32-9B61-7046301BA0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fr-FR" sz="1000" smtClean="0"/>
              <a:pPr rtl="0"/>
              <a:t>5</a:t>
            </a:fld>
            <a:endParaRPr lang="fr-FR" sz="1000" dirty="0"/>
          </a:p>
        </p:txBody>
      </p:sp>
      <p:sp>
        <p:nvSpPr>
          <p:cNvPr id="11" name="objet 7" descr="Rectangle beige">
            <a:extLst>
              <a:ext uri="{FF2B5EF4-FFF2-40B4-BE49-F238E27FC236}">
                <a16:creationId xmlns:a16="http://schemas.microsoft.com/office/drawing/2014/main" id="{0EF37AB9-30F5-41E6-9478-F4DEF99FA9B7}"/>
              </a:ext>
            </a:extLst>
          </p:cNvPr>
          <p:cNvSpPr/>
          <p:nvPr/>
        </p:nvSpPr>
        <p:spPr bwMode="white">
          <a:xfrm flipV="1">
            <a:off x="722099" y="1277068"/>
            <a:ext cx="4824000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97060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D429F02-7E8D-405F-86D3-2E794F83D8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fr-FR" sz="1000" smtClean="0"/>
              <a:pPr rtl="0"/>
              <a:t>6</a:t>
            </a:fld>
            <a:endParaRPr lang="fr-FR" sz="1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0CF6C48-9FD2-4E53-9137-234ED245B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48458"/>
            <a:ext cx="12157628" cy="482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3879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D429F02-7E8D-405F-86D3-2E794F83D8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fr-FR" sz="1000" smtClean="0"/>
              <a:pPr rtl="0"/>
              <a:t>7</a:t>
            </a:fld>
            <a:endParaRPr lang="fr-FR" sz="1000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F60D19E-57E1-4373-8049-5E10984190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78931" y="3407563"/>
            <a:ext cx="2034138" cy="245885"/>
          </a:xfrm>
        </p:spPr>
        <p:txBody>
          <a:bodyPr rtlCol="0"/>
          <a:lstStyle/>
          <a:p>
            <a:pPr rtl="0"/>
            <a:r>
              <a:rPr lang="fr-FR" dirty="0" err="1"/>
              <a:t>Co-propriétaire</a:t>
            </a:r>
            <a:r>
              <a:rPr lang="fr-FR" dirty="0"/>
              <a:t>/marketing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C2FD735F-3532-48E3-982E-20E3B7CD4E7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78931" y="3005055"/>
            <a:ext cx="2034138" cy="360445"/>
          </a:xfrm>
        </p:spPr>
        <p:txBody>
          <a:bodyPr rtlCol="0"/>
          <a:lstStyle/>
          <a:p>
            <a:pPr rtl="0"/>
            <a:r>
              <a:rPr lang="fr-FR" noProof="1"/>
              <a:t>Jens Martensson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EF36C327-EB57-4A15-A015-B46391E9E7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pPr rtl="0"/>
            <a:r>
              <a:rPr lang="fr-FR" dirty="0"/>
              <a:t>Chirurgien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C4044465-8F5D-4E03-90E0-7A3034CF8A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28931" y="3005055"/>
            <a:ext cx="2034138" cy="360445"/>
          </a:xfrm>
        </p:spPr>
        <p:txBody>
          <a:bodyPr rtlCol="0"/>
          <a:lstStyle/>
          <a:p>
            <a:pPr rtl="0"/>
            <a:r>
              <a:rPr lang="fr-FR" noProof="1"/>
              <a:t>August Berggren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AF5648F8-8F3A-42B3-BEE2-8FFE23B2094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185078" y="5736658"/>
            <a:ext cx="2034138" cy="245885"/>
          </a:xfrm>
        </p:spPr>
        <p:txBody>
          <a:bodyPr rtlCol="0"/>
          <a:lstStyle/>
          <a:p>
            <a:pPr rtl="0"/>
            <a:r>
              <a:rPr lang="fr-FR" dirty="0"/>
              <a:t>Ventes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756F0BBC-32F1-4620-B380-877B895D834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185078" y="5334150"/>
            <a:ext cx="2034138" cy="360445"/>
          </a:xfrm>
        </p:spPr>
        <p:txBody>
          <a:bodyPr rtlCol="0"/>
          <a:lstStyle/>
          <a:p>
            <a:pPr rtl="0"/>
            <a:r>
              <a:rPr lang="fr-FR" noProof="1"/>
              <a:t>Ian Karlsson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5B295A8B-B83E-4EE4-8FA9-BA532E65E57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47646" y="5736658"/>
            <a:ext cx="2034138" cy="245885"/>
          </a:xfrm>
        </p:spPr>
        <p:txBody>
          <a:bodyPr rtlCol="0"/>
          <a:lstStyle/>
          <a:p>
            <a:pPr rtl="0"/>
            <a:r>
              <a:rPr lang="fr-FR" dirty="0"/>
              <a:t>Directrice financière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6A12FCC6-43B7-4221-A65B-003F82F8816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947646" y="5334150"/>
            <a:ext cx="2034138" cy="360445"/>
          </a:xfrm>
        </p:spPr>
        <p:txBody>
          <a:bodyPr rtlCol="0"/>
          <a:lstStyle/>
          <a:p>
            <a:pPr rtl="0"/>
            <a:r>
              <a:rPr lang="fr-FR" noProof="1"/>
              <a:t>Victoria Nilsson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085FEF7-45BC-4B49-8329-097F23476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19476" y="1841895"/>
            <a:ext cx="1453048" cy="820207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CCC7563-285F-46AC-90A3-8D8D6F494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75623" y="4170990"/>
            <a:ext cx="1453048" cy="820207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3D892D7-D87B-407B-85EF-921DF3E19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8191" y="4170990"/>
            <a:ext cx="1453048" cy="820207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pic>
        <p:nvPicPr>
          <p:cNvPr id="28" name="Espace réservé d’image 27" descr="Photo de profil d’une femme">
            <a:extLst>
              <a:ext uri="{FF2B5EF4-FFF2-40B4-BE49-F238E27FC236}">
                <a16:creationId xmlns:a16="http://schemas.microsoft.com/office/drawing/2014/main" id="{D29F7366-7712-40D7-B0B2-4BFB6A0405BA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 rotWithShape="1">
          <a:blip r:embed="rId3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92848" y="1648853"/>
            <a:ext cx="906304" cy="1206290"/>
          </a:xfrm>
        </p:spPr>
      </p:pic>
      <p:pic>
        <p:nvPicPr>
          <p:cNvPr id="30" name="Espace réservé d’image 29" descr="Photo de profil d’un homme">
            <a:extLst>
              <a:ext uri="{FF2B5EF4-FFF2-40B4-BE49-F238E27FC236}">
                <a16:creationId xmlns:a16="http://schemas.microsoft.com/office/drawing/2014/main" id="{A7D5C83D-B532-46D5-82D2-B60B024AED80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 rotWithShape="1">
          <a:blip r:embed="rId4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48995" y="3977948"/>
            <a:ext cx="906304" cy="1206290"/>
          </a:xfrm>
        </p:spPr>
      </p:pic>
      <p:pic>
        <p:nvPicPr>
          <p:cNvPr id="32" name="Espace réservé d’image 31" descr="Photo de profil d’une femme">
            <a:extLst>
              <a:ext uri="{FF2B5EF4-FFF2-40B4-BE49-F238E27FC236}">
                <a16:creationId xmlns:a16="http://schemas.microsoft.com/office/drawing/2014/main" id="{5B965307-D6AD-472A-9755-6FEE7956F632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 rotWithShape="1">
          <a:blip r:embed="rId5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11563" y="3977948"/>
            <a:ext cx="906304" cy="1206290"/>
          </a:xfr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1A47850-696A-4153-953F-D3D2FB5C3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9476" y="1841895"/>
            <a:ext cx="1453048" cy="820207"/>
          </a:xfrm>
          <a:prstGeom prst="rect">
            <a:avLst/>
          </a:prstGeom>
          <a:noFill/>
          <a:ln w="6350">
            <a:solidFill>
              <a:schemeClr val="bg1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pic>
        <p:nvPicPr>
          <p:cNvPr id="26" name="Espace réservé d’image 25" descr="Photo de profil d’un homme">
            <a:extLst>
              <a:ext uri="{FF2B5EF4-FFF2-40B4-BE49-F238E27FC236}">
                <a16:creationId xmlns:a16="http://schemas.microsoft.com/office/drawing/2014/main" id="{BAC2E32D-D8C5-439B-A150-5D05F5743F70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 rotWithShape="1">
          <a:blip r:embed="rId6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42848" y="1648853"/>
            <a:ext cx="906304" cy="1206290"/>
          </a:xfr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950418D-C03C-4824-94E8-498C06B2C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95" y="161223"/>
            <a:ext cx="11404069" cy="6535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6406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D429F02-7E8D-405F-86D3-2E794F83D8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fr-FR" sz="1000" smtClean="0"/>
              <a:pPr rtl="0"/>
              <a:t>8</a:t>
            </a:fld>
            <a:endParaRPr lang="fr-FR" sz="10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3901437-7C7C-4397-B77D-3F02A882F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2689" y="78104"/>
            <a:ext cx="6746621" cy="3350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24EB5C2D-9C82-40A7-89BA-21FA4DAD1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2689" y="3469454"/>
            <a:ext cx="6746621" cy="3350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1218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89FBC09-5A84-45A9-B63B-5DEAA4BE7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/>
              <a:t>Limites du projet et perspectives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3927B38-2109-4A32-9B61-7046301BA0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EECC7194-A4D0-457B-9D3E-53681723AFF7}" type="slidenum">
              <a:rPr lang="fr-FR" sz="1000" smtClean="0"/>
              <a:pPr rtl="0"/>
              <a:t>9</a:t>
            </a:fld>
            <a:endParaRPr lang="fr-FR" sz="1000" dirty="0"/>
          </a:p>
        </p:txBody>
      </p:sp>
      <p:sp>
        <p:nvSpPr>
          <p:cNvPr id="11" name="objet 7" descr="Rectangle beige">
            <a:extLst>
              <a:ext uri="{FF2B5EF4-FFF2-40B4-BE49-F238E27FC236}">
                <a16:creationId xmlns:a16="http://schemas.microsoft.com/office/drawing/2014/main" id="{0EF37AB9-30F5-41E6-9478-F4DEF99FA9B7}"/>
              </a:ext>
            </a:extLst>
          </p:cNvPr>
          <p:cNvSpPr/>
          <p:nvPr/>
        </p:nvSpPr>
        <p:spPr bwMode="white">
          <a:xfrm>
            <a:off x="722098" y="1322786"/>
            <a:ext cx="7521901" cy="6832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fr-FR" dirty="0"/>
          </a:p>
        </p:txBody>
      </p:sp>
      <p:sp>
        <p:nvSpPr>
          <p:cNvPr id="21" name="Espace réservé du contenu 3">
            <a:extLst>
              <a:ext uri="{FF2B5EF4-FFF2-40B4-BE49-F238E27FC236}">
                <a16:creationId xmlns:a16="http://schemas.microsoft.com/office/drawing/2014/main" id="{005E3EB4-8C98-4D77-ACD7-1517A348AEF6}"/>
              </a:ext>
            </a:extLst>
          </p:cNvPr>
          <p:cNvSpPr txBox="1">
            <a:spLocks/>
          </p:cNvSpPr>
          <p:nvPr/>
        </p:nvSpPr>
        <p:spPr>
          <a:xfrm>
            <a:off x="2095500" y="3428999"/>
            <a:ext cx="5038725" cy="196114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noProof="1">
                <a:solidFill>
                  <a:schemeClr val="accent2"/>
                </a:solidFill>
                <a:latin typeface="+mj-lt"/>
              </a:rPr>
              <a:t>Perspectives :</a:t>
            </a:r>
          </a:p>
          <a:p>
            <a:r>
              <a:rPr lang="fr-FR" sz="1200" noProof="1"/>
              <a:t>-  Enrichir les données avec d’autres sources</a:t>
            </a:r>
          </a:p>
          <a:p>
            <a:pPr marL="171450" indent="-171450">
              <a:buFontTx/>
              <a:buChar char="-"/>
            </a:pPr>
            <a:r>
              <a:rPr lang="fr-FR" sz="1200" noProof="1"/>
              <a:t>Étudier la multilingue (français, anglais, etc.) pour voir si le ton diffère selon les pays.</a:t>
            </a:r>
          </a:p>
          <a:p>
            <a:pPr marL="171450" indent="-171450">
              <a:buFontTx/>
              <a:buChar char="-"/>
            </a:pPr>
            <a:r>
              <a:rPr lang="fr-FR" sz="1200" noProof="1"/>
              <a:t>Étudier la désinformation ou fake news dans la presse.</a:t>
            </a:r>
          </a:p>
          <a:p>
            <a:pPr marL="171450" indent="-171450">
              <a:buFontTx/>
              <a:buChar char="-"/>
            </a:pPr>
            <a:r>
              <a:rPr lang="fr-FR" sz="1200" noProof="1"/>
              <a:t>Utiliser un autre modèle que Vader pour l’analyse de sentiments (Bert)</a:t>
            </a:r>
            <a:endParaRPr lang="fr-FR" sz="1200" dirty="0"/>
          </a:p>
          <a:p>
            <a:pPr marL="171450" indent="-171450">
              <a:buFontTx/>
              <a:buChar char="-"/>
            </a:pPr>
            <a:endParaRPr lang="fr-FR" sz="1050" dirty="0"/>
          </a:p>
          <a:p>
            <a:endParaRPr lang="fr-FR" sz="1200" b="1" noProof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4" name="Espace réservé du contenu 3">
            <a:extLst>
              <a:ext uri="{FF2B5EF4-FFF2-40B4-BE49-F238E27FC236}">
                <a16:creationId xmlns:a16="http://schemas.microsoft.com/office/drawing/2014/main" id="{B36D1C66-F4D9-42AC-BDBD-8FC1F135FA7B}"/>
              </a:ext>
            </a:extLst>
          </p:cNvPr>
          <p:cNvSpPr txBox="1">
            <a:spLocks/>
          </p:cNvSpPr>
          <p:nvPr/>
        </p:nvSpPr>
        <p:spPr>
          <a:xfrm>
            <a:off x="2095500" y="1697807"/>
            <a:ext cx="5038725" cy="196114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767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FontTx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75000"/>
                  <a:lumOff val="25000"/>
                </a:schemeClr>
              </a:buClr>
              <a:buSzPct val="80000"/>
              <a:buFont typeface="Courier New" panose="02070309020205020404" pitchFamily="49" charset="0"/>
              <a:buChar char="o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noProof="1">
                <a:solidFill>
                  <a:schemeClr val="accent2"/>
                </a:solidFill>
                <a:latin typeface="+mj-lt"/>
              </a:rPr>
              <a:t>Manques de données :</a:t>
            </a:r>
          </a:p>
          <a:p>
            <a:pPr marL="171450" indent="-171450">
              <a:buFontTx/>
              <a:buChar char="-"/>
            </a:pPr>
            <a:r>
              <a:rPr lang="fr-FR" sz="1200" dirty="0"/>
              <a:t>Manque d’articles avec des dates </a:t>
            </a:r>
          </a:p>
          <a:p>
            <a:pPr marL="171450" indent="-171450" rtl="0">
              <a:buFontTx/>
              <a:buChar char="-"/>
            </a:pPr>
            <a:r>
              <a:rPr lang="fr-FR" sz="1200" dirty="0"/>
              <a:t>Les articles de presse et articles scientifiques n’ont pas toujours des dates en commun</a:t>
            </a:r>
          </a:p>
          <a:p>
            <a:pPr marL="171450" indent="-171450" rtl="0">
              <a:buFontTx/>
              <a:buChar char="-"/>
            </a:pPr>
            <a:r>
              <a:rPr lang="fr-FR" sz="1200" dirty="0"/>
              <a:t>Moins d’articles scientifiques</a:t>
            </a:r>
            <a:endParaRPr lang="fr-FR" sz="1050" dirty="0"/>
          </a:p>
          <a:p>
            <a:endParaRPr lang="fr-FR" sz="1200" b="1" noProof="1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10891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Espace réservé d’image 16" descr="Scientifique regardant un tube à essai">
            <a:extLst>
              <a:ext uri="{FF2B5EF4-FFF2-40B4-BE49-F238E27FC236}">
                <a16:creationId xmlns:a16="http://schemas.microsoft.com/office/drawing/2014/main" id="{F923CFB6-5709-405C-8762-B310D3F2195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C17F5BF1-88DB-42F2-98A6-4C7FBFC311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fr-FR" dirty="0"/>
              <a:t>Merci de votre écoute !</a:t>
            </a:r>
          </a:p>
        </p:txBody>
      </p:sp>
      <p:sp>
        <p:nvSpPr>
          <p:cNvPr id="19" name="objet 7" descr="Rectangle beige">
            <a:extLst>
              <a:ext uri="{FF2B5EF4-FFF2-40B4-BE49-F238E27FC236}">
                <a16:creationId xmlns:a16="http://schemas.microsoft.com/office/drawing/2014/main" id="{2D7851E8-1907-4C8A-A16F-E461B5BFA940}"/>
              </a:ext>
            </a:extLst>
          </p:cNvPr>
          <p:cNvSpPr/>
          <p:nvPr/>
        </p:nvSpPr>
        <p:spPr bwMode="white">
          <a:xfrm flipV="1">
            <a:off x="1204699" y="4282557"/>
            <a:ext cx="4428000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695411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MS Healthcare Pitch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MS Healthcare Pitch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2"/>
            </a:gs>
            <a:gs pos="100000">
              <a:schemeClr val="accent2"/>
            </a:gs>
          </a:gsLst>
          <a:lin ang="1440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34308085_TF00450287" id="{E8C572ED-67DD-4AE5-A37E-C715A33A5808}" vid="{73EC9B60-DD62-47BD-AE36-0AA06711081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33BAED8-F9E7-4D41-86E9-333473F909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F4BDB64-2AF8-42D4-96C8-B6B6F098993C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C66BDC7-24D2-4343-8D41-18F9C23F860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Argumentaire sur un bureau de soins de santé</Template>
  <TotalTime>208</TotalTime>
  <Words>284</Words>
  <Application>Microsoft Office PowerPoint</Application>
  <PresentationFormat>Grand écran</PresentationFormat>
  <Paragraphs>61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Arial</vt:lpstr>
      <vt:lpstr>Arial </vt:lpstr>
      <vt:lpstr>Calibri</vt:lpstr>
      <vt:lpstr>Courier New</vt:lpstr>
      <vt:lpstr>Gill Sans MT</vt:lpstr>
      <vt:lpstr>Thème Office</vt:lpstr>
      <vt:lpstr>Analyse comparative du traitement du COVID-19 dans la presse et les publications scientifiques</vt:lpstr>
      <vt:lpstr>Problématique</vt:lpstr>
      <vt:lpstr>Plan</vt:lpstr>
      <vt:lpstr>Sources de données et modèles</vt:lpstr>
      <vt:lpstr>Pré-traitement</vt:lpstr>
      <vt:lpstr>Présentation PowerPoint</vt:lpstr>
      <vt:lpstr>Présentation PowerPoint</vt:lpstr>
      <vt:lpstr>Présentation PowerPoint</vt:lpstr>
      <vt:lpstr>Limites du projet et perspectives</vt:lpstr>
      <vt:lpstr>Merci de votre écoute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VOTRE SOLUTION OFFICE POUR SERVICES DE SANTÉ</dc:title>
  <dc:creator>Leandre Gachet</dc:creator>
  <cp:lastModifiedBy>Leandre Gachet</cp:lastModifiedBy>
  <cp:revision>8</cp:revision>
  <dcterms:created xsi:type="dcterms:W3CDTF">2025-09-08T09:38:34Z</dcterms:created>
  <dcterms:modified xsi:type="dcterms:W3CDTF">2025-09-08T13:08:41Z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